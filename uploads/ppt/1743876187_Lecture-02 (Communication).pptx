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9" r:id="rId1"/>
  </p:sldMasterIdLst>
  <p:notesMasterIdLst>
    <p:notesMasterId r:id="rId59"/>
  </p:notesMasterIdLst>
  <p:sldIdLst>
    <p:sldId id="326" r:id="rId2"/>
    <p:sldId id="257" r:id="rId3"/>
    <p:sldId id="422" r:id="rId4"/>
    <p:sldId id="464" r:id="rId5"/>
    <p:sldId id="470" r:id="rId6"/>
    <p:sldId id="465" r:id="rId7"/>
    <p:sldId id="466" r:id="rId8"/>
    <p:sldId id="467" r:id="rId9"/>
    <p:sldId id="469" r:id="rId10"/>
    <p:sldId id="468" r:id="rId11"/>
    <p:sldId id="471" r:id="rId12"/>
    <p:sldId id="472" r:id="rId13"/>
    <p:sldId id="473" r:id="rId14"/>
    <p:sldId id="474" r:id="rId15"/>
    <p:sldId id="475" r:id="rId16"/>
    <p:sldId id="476" r:id="rId17"/>
    <p:sldId id="477" r:id="rId18"/>
    <p:sldId id="478" r:id="rId19"/>
    <p:sldId id="479" r:id="rId20"/>
    <p:sldId id="480" r:id="rId21"/>
    <p:sldId id="492" r:id="rId22"/>
    <p:sldId id="482" r:id="rId23"/>
    <p:sldId id="483" r:id="rId24"/>
    <p:sldId id="484" r:id="rId25"/>
    <p:sldId id="485" r:id="rId26"/>
    <p:sldId id="481" r:id="rId27"/>
    <p:sldId id="487" r:id="rId28"/>
    <p:sldId id="486" r:id="rId29"/>
    <p:sldId id="488" r:id="rId30"/>
    <p:sldId id="493" r:id="rId31"/>
    <p:sldId id="494" r:id="rId32"/>
    <p:sldId id="495" r:id="rId33"/>
    <p:sldId id="496" r:id="rId34"/>
    <p:sldId id="497" r:id="rId35"/>
    <p:sldId id="498" r:id="rId36"/>
    <p:sldId id="499" r:id="rId37"/>
    <p:sldId id="500" r:id="rId38"/>
    <p:sldId id="501" r:id="rId39"/>
    <p:sldId id="511" r:id="rId40"/>
    <p:sldId id="513" r:id="rId41"/>
    <p:sldId id="512" r:id="rId42"/>
    <p:sldId id="514" r:id="rId43"/>
    <p:sldId id="515" r:id="rId44"/>
    <p:sldId id="516" r:id="rId45"/>
    <p:sldId id="489" r:id="rId46"/>
    <p:sldId id="502" r:id="rId47"/>
    <p:sldId id="503" r:id="rId48"/>
    <p:sldId id="504" r:id="rId49"/>
    <p:sldId id="490" r:id="rId50"/>
    <p:sldId id="506" r:id="rId51"/>
    <p:sldId id="491" r:id="rId52"/>
    <p:sldId id="507" r:id="rId53"/>
    <p:sldId id="510" r:id="rId54"/>
    <p:sldId id="508" r:id="rId55"/>
    <p:sldId id="509" r:id="rId56"/>
    <p:sldId id="421" r:id="rId57"/>
    <p:sldId id="418" r:id="rId58"/>
  </p:sldIdLst>
  <p:sldSz cx="12192000" cy="6858000"/>
  <p:notesSz cx="6858000" cy="9144000"/>
  <p:embeddedFontLst>
    <p:embeddedFont>
      <p:font typeface="Tw Cen MT" panose="020B0602020104020603" pitchFamily="34" charset="0"/>
      <p:regular r:id="rId60"/>
      <p:bold r:id="rId61"/>
      <p:italic r:id="rId62"/>
      <p:boldItalic r:id="rId63"/>
    </p:embeddedFont>
    <p:embeddedFont>
      <p:font typeface="Tahoma" panose="020B0604030504040204" pitchFamily="34" charset="0"/>
      <p:regular r:id="rId64"/>
      <p:bold r:id="rId65"/>
    </p:embeddedFont>
    <p:embeddedFont>
      <p:font typeface="Domine" panose="020B0604020202020204" charset="0"/>
      <p:regular r:id="rId66"/>
      <p:bold r:id="rId67"/>
    </p:embeddedFont>
    <p:embeddedFont>
      <p:font typeface="Bookman Old Style" panose="02050604050505020204" pitchFamily="18" charset="0"/>
      <p:regular r:id="rId68"/>
      <p:bold r:id="rId69"/>
      <p:italic r:id="rId70"/>
      <p:boldItalic r:id="rId71"/>
    </p:embeddedFont>
    <p:embeddedFont>
      <p:font typeface="Calibri" panose="020F0502020204030204" pitchFamily="34" charset="0"/>
      <p:regular r:id="rId72"/>
      <p:bold r:id="rId73"/>
      <p:italic r:id="rId74"/>
      <p:boldItalic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BAA8BB8-0F2D-4B6F-BF73-DB69942D12F1}">
  <a:tblStyle styleId="{0BAA8BB8-0F2D-4B6F-BF73-DB69942D12F1}" styleName="Table_0"/>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9" autoAdjust="0"/>
    <p:restoredTop sz="94291" autoAdjust="0"/>
  </p:normalViewPr>
  <p:slideViewPr>
    <p:cSldViewPr snapToGrid="0">
      <p:cViewPr varScale="1">
        <p:scale>
          <a:sx n="115" d="100"/>
          <a:sy n="115" d="100"/>
        </p:scale>
        <p:origin x="588" y="114"/>
      </p:cViewPr>
      <p:guideLst/>
    </p:cSldViewPr>
  </p:slideViewPr>
  <p:outlineViewPr>
    <p:cViewPr>
      <p:scale>
        <a:sx n="33" d="100"/>
        <a:sy n="33" d="100"/>
      </p:scale>
      <p:origin x="0" y="-22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4.fntdata"/><Relationship Id="rId68" Type="http://schemas.openxmlformats.org/officeDocument/2006/relationships/font" Target="fonts/font9.fntdata"/><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7.fntdata"/><Relationship Id="rId74" Type="http://schemas.openxmlformats.org/officeDocument/2006/relationships/font" Target="fonts/font15.fntdata"/><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73" Type="http://schemas.openxmlformats.org/officeDocument/2006/relationships/font" Target="fonts/font14.fntdata"/><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69" Type="http://schemas.openxmlformats.org/officeDocument/2006/relationships/font" Target="fonts/font10.fntdata"/><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70" Type="http://schemas.openxmlformats.org/officeDocument/2006/relationships/font" Target="fonts/font11.fntdata"/><Relationship Id="rId75"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dirty="0"/>
          </a:p>
        </p:txBody>
      </p:sp>
      <p:sp>
        <p:nvSpPr>
          <p:cNvPr id="5" name="Shape 5"/>
          <p:cNvSpPr>
            <a:spLocks noGrp="1" noRot="1" noChangeAspect="1"/>
          </p:cNvSpPr>
          <p:nvPr>
            <p:ph type="sldImg" idx="3"/>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200" b="0" i="0" u="none" strike="noStrike" cap="none">
                <a:solidFill>
                  <a:schemeClr val="dk1"/>
                </a:solidFill>
                <a:latin typeface="Calibri"/>
                <a:ea typeface="Calibri"/>
                <a:cs typeface="Calibri"/>
                <a:sym typeface="Calibri"/>
              </a:defRPr>
            </a:lvl2pPr>
            <a:lvl3pPr marL="914400" marR="0" lvl="2" indent="0" algn="l" rtl="0">
              <a:spcBef>
                <a:spcPts val="0"/>
              </a:spcBef>
              <a:buNone/>
              <a:defRPr sz="1200" b="0" i="0" u="none" strike="noStrike" cap="none">
                <a:solidFill>
                  <a:schemeClr val="dk1"/>
                </a:solidFill>
                <a:latin typeface="Calibri"/>
                <a:ea typeface="Calibri"/>
                <a:cs typeface="Calibri"/>
                <a:sym typeface="Calibri"/>
              </a:defRPr>
            </a:lvl3pPr>
            <a:lvl4pPr marL="1371600" marR="0" lvl="3" indent="0" algn="l" rtl="0">
              <a:spcBef>
                <a:spcPts val="0"/>
              </a:spcBef>
              <a:buNone/>
              <a:defRPr sz="1200" b="0" i="0" u="none" strike="noStrike" cap="none">
                <a:solidFill>
                  <a:schemeClr val="dk1"/>
                </a:solidFill>
                <a:latin typeface="Calibri"/>
                <a:ea typeface="Calibri"/>
                <a:cs typeface="Calibri"/>
                <a:sym typeface="Calibri"/>
              </a:defRPr>
            </a:lvl4pPr>
            <a:lvl5pPr marL="1828800" marR="0" lvl="4" indent="0" algn="l" rtl="0">
              <a:spcBef>
                <a:spcPts val="0"/>
              </a:spcBef>
              <a:buNone/>
              <a:defRPr sz="1200" b="0" i="0" u="none" strike="noStrike" cap="none">
                <a:solidFill>
                  <a:schemeClr val="dk1"/>
                </a:solidFill>
                <a:latin typeface="Calibri"/>
                <a:ea typeface="Calibri"/>
                <a:cs typeface="Calibri"/>
                <a:sym typeface="Calibri"/>
              </a:defRPr>
            </a:lvl5pPr>
            <a:lvl6pPr marL="2286000" marR="0" lvl="5" indent="0" algn="l" rtl="0">
              <a:spcBef>
                <a:spcPts val="0"/>
              </a:spcBef>
              <a:buNone/>
              <a:defRPr sz="1200" b="0" i="0" u="none" strike="noStrike" cap="none">
                <a:solidFill>
                  <a:schemeClr val="dk1"/>
                </a:solidFill>
                <a:latin typeface="Calibri"/>
                <a:ea typeface="Calibri"/>
                <a:cs typeface="Calibri"/>
                <a:sym typeface="Calibri"/>
              </a:defRPr>
            </a:lvl6pPr>
            <a:lvl7pPr marL="2743200" marR="0" lvl="6" indent="0" algn="l" rtl="0">
              <a:spcBef>
                <a:spcPts val="0"/>
              </a:spcBef>
              <a:buNone/>
              <a:defRPr sz="1200" b="0" i="0" u="none" strike="noStrike" cap="none">
                <a:solidFill>
                  <a:schemeClr val="dk1"/>
                </a:solidFill>
                <a:latin typeface="Calibri"/>
                <a:ea typeface="Calibri"/>
                <a:cs typeface="Calibri"/>
                <a:sym typeface="Calibri"/>
              </a:defRPr>
            </a:lvl7pPr>
            <a:lvl8pPr marL="3200400" marR="0" lvl="7" indent="0" algn="l" rtl="0">
              <a:spcBef>
                <a:spcPts val="0"/>
              </a:spcBef>
              <a:buNone/>
              <a:defRPr sz="1200" b="0" i="0" u="none" strike="noStrike" cap="none">
                <a:solidFill>
                  <a:schemeClr val="dk1"/>
                </a:solidFill>
                <a:latin typeface="Calibri"/>
                <a:ea typeface="Calibri"/>
                <a:cs typeface="Calibri"/>
                <a:sym typeface="Calibri"/>
              </a:defRPr>
            </a:lvl8pPr>
            <a:lvl9pPr marL="3657600" marR="0" lvl="8" indent="0" algn="l" rtl="0">
              <a:spcBef>
                <a:spcPts val="0"/>
              </a:spcBef>
              <a:buNone/>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a:t>
            </a:fld>
            <a:endParaRPr lang="en-GB"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2</a:t>
            </a:fld>
            <a:endParaRPr lang="en-GB" sz="1200" b="0" i="0" u="none" strike="noStrike" cap="none" dirty="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3</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1658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4</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86436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5</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1163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6</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03767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7</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97666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8</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00744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9</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07167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10</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518229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11</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0236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12</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3619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13</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014892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14</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608242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15</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511309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16</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962318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17</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056910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18</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21371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19</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093282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20</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05280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21</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713707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22</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250670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23</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848442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24</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895612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25</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009384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26</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678994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27</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339994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28</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289489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29</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284580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30</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699633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31</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415803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32</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555378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33</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913046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34</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866034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35</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728358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36</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195117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37</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469636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38</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898245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39</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828767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40</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820612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41</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464501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42</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450161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43</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177281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44</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018609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45</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128904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46</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320694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47</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700927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48</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226115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49</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612321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50</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465312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51</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188587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52</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41543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53</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829507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54</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310949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3" name="Shape 11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Calibri"/>
              <a:buNone/>
            </a:pPr>
            <a:r>
              <a:rPr lang="en-GB" sz="1200" b="0" i="0" u="none" strike="noStrike" cap="none" dirty="0">
                <a:solidFill>
                  <a:schemeClr val="dk1"/>
                </a:solidFill>
                <a:latin typeface="Calibri"/>
                <a:ea typeface="Calibri"/>
                <a:cs typeface="Calibri"/>
                <a:sym typeface="Calibri"/>
              </a:rPr>
              <a:t>In this section, we see how we can represent digital data by using digital signals. The conversion involves three techniques: </a:t>
            </a:r>
            <a:r>
              <a:rPr lang="en-GB" sz="1200" b="0" i="0" u="none" strike="noStrike" cap="none" dirty="0">
                <a:solidFill>
                  <a:schemeClr val="hlink"/>
                </a:solidFill>
                <a:latin typeface="Calibri"/>
                <a:ea typeface="Calibri"/>
                <a:cs typeface="Calibri"/>
                <a:sym typeface="Calibri"/>
              </a:rPr>
              <a:t>line coding</a:t>
            </a:r>
            <a:r>
              <a:rPr lang="en-GB" sz="1200" b="0" i="0" u="none" strike="noStrike" cap="none" dirty="0">
                <a:solidFill>
                  <a:schemeClr val="dk1"/>
                </a:solidFill>
                <a:latin typeface="Calibri"/>
                <a:ea typeface="Calibri"/>
                <a:cs typeface="Calibri"/>
                <a:sym typeface="Calibri"/>
              </a:rPr>
              <a:t>, </a:t>
            </a:r>
            <a:r>
              <a:rPr lang="en-GB" sz="1200" b="0" i="0" u="none" strike="noStrike" cap="none" dirty="0">
                <a:solidFill>
                  <a:schemeClr val="hlink"/>
                </a:solidFill>
                <a:latin typeface="Calibri"/>
                <a:ea typeface="Calibri"/>
                <a:cs typeface="Calibri"/>
                <a:sym typeface="Calibri"/>
              </a:rPr>
              <a:t>block coding</a:t>
            </a:r>
            <a:r>
              <a:rPr lang="en-GB" sz="1200" b="0" i="0" u="none" strike="noStrike" cap="none" dirty="0">
                <a:solidFill>
                  <a:schemeClr val="dk1"/>
                </a:solidFill>
                <a:latin typeface="Calibri"/>
                <a:ea typeface="Calibri"/>
                <a:cs typeface="Calibri"/>
                <a:sym typeface="Calibri"/>
              </a:rPr>
              <a:t>, and </a:t>
            </a:r>
            <a:r>
              <a:rPr lang="en-GB" sz="1200" b="0" i="0" u="none" strike="noStrike" cap="none" dirty="0">
                <a:solidFill>
                  <a:schemeClr val="hlink"/>
                </a:solidFill>
                <a:latin typeface="Calibri"/>
                <a:ea typeface="Calibri"/>
                <a:cs typeface="Calibri"/>
                <a:sym typeface="Calibri"/>
              </a:rPr>
              <a:t>scrambling</a:t>
            </a:r>
            <a:r>
              <a:rPr lang="en-GB" sz="1200" b="0" i="0" u="none" strike="noStrike" cap="none" dirty="0">
                <a:solidFill>
                  <a:schemeClr val="dk1"/>
                </a:solidFill>
                <a:latin typeface="Calibri"/>
                <a:ea typeface="Calibri"/>
                <a:cs typeface="Calibri"/>
                <a:sym typeface="Calibri"/>
              </a:rPr>
              <a:t>. Line coding is always needed; block coding and scrambling may or may not be needed.</a:t>
            </a:r>
          </a:p>
          <a:p>
            <a:pPr marL="0" marR="0" lvl="0" indent="0" algn="l" rtl="0">
              <a:spcBef>
                <a:spcPts val="0"/>
              </a:spcBef>
              <a:buSzPct val="25000"/>
              <a:buNone/>
            </a:pPr>
            <a:endParaRPr sz="1200" b="0" i="0" u="none" strike="noStrike" cap="none" dirty="0">
              <a:solidFill>
                <a:schemeClr val="dk1"/>
              </a:solidFill>
              <a:latin typeface="Calibri"/>
              <a:ea typeface="Calibri"/>
              <a:cs typeface="Calibri"/>
              <a:sym typeface="Calibri"/>
            </a:endParaRPr>
          </a:p>
        </p:txBody>
      </p:sp>
      <p:sp>
        <p:nvSpPr>
          <p:cNvPr id="114" name="Shape 11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GB" sz="1200" b="0" i="0" u="none" strike="noStrike" cap="none">
                <a:solidFill>
                  <a:schemeClr val="dk1"/>
                </a:solidFill>
                <a:latin typeface="Calibri"/>
                <a:ea typeface="Calibri"/>
                <a:cs typeface="Calibri"/>
                <a:sym typeface="Calibri"/>
              </a:rPr>
              <a:t>55</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13876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609600" y="152401"/>
            <a:ext cx="10972800" cy="990599"/>
          </a:xfrm>
          <a:prstGeom prst="rect">
            <a:avLst/>
          </a:prstGeom>
          <a:noFill/>
          <a:ln>
            <a:noFill/>
          </a:ln>
        </p:spPr>
        <p:txBody>
          <a:bodyPr lIns="91425" tIns="91425" rIns="91425" bIns="91425" anchor="b" anchorCtr="0"/>
          <a:lstStyle>
            <a:lvl1pPr marL="0" marR="0" lvl="0" indent="0" algn="l" rtl="0">
              <a:spcBef>
                <a:spcPts val="0"/>
              </a:spcBef>
              <a:buClr>
                <a:schemeClr val="dk2"/>
              </a:buClr>
              <a:buFont typeface="Domine"/>
              <a:buNone/>
              <a:defRPr sz="3200" b="0" i="0" u="none" strike="noStrike" cap="none">
                <a:solidFill>
                  <a:schemeClr val="dk2"/>
                </a:solidFill>
                <a:latin typeface="Domine"/>
                <a:ea typeface="Domine"/>
                <a:cs typeface="Domine"/>
                <a:sym typeface="Domine"/>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0" name="Shape 30"/>
          <p:cNvSpPr txBox="1">
            <a:spLocks noGrp="1"/>
          </p:cNvSpPr>
          <p:nvPr>
            <p:ph type="dt" idx="10"/>
          </p:nvPr>
        </p:nvSpPr>
        <p:spPr>
          <a:xfrm>
            <a:off x="8534401" y="6356351"/>
            <a:ext cx="3052063" cy="365759"/>
          </a:xfrm>
          <a:prstGeom prst="rect">
            <a:avLst/>
          </a:prstGeom>
          <a:noFill/>
          <a:ln>
            <a:noFill/>
          </a:ln>
        </p:spPr>
        <p:txBody>
          <a:bodyPr lIns="91425" tIns="91425" rIns="91425" bIns="91425" anchor="t" anchorCtr="0"/>
          <a:lstStyle>
            <a:lvl1pPr marL="0" marR="0" lvl="0" indent="0" algn="l" rtl="0">
              <a:spcBef>
                <a:spcPts val="0"/>
              </a:spcBef>
              <a:buNone/>
              <a:defRPr sz="1400" b="0" i="0" u="none" strike="noStrike" cap="none">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endParaRPr lang="en-US" dirty="0"/>
          </a:p>
        </p:txBody>
      </p:sp>
      <p:sp>
        <p:nvSpPr>
          <p:cNvPr id="31" name="Shape 31"/>
          <p:cNvSpPr txBox="1">
            <a:spLocks noGrp="1"/>
          </p:cNvSpPr>
          <p:nvPr>
            <p:ph type="ftr" idx="11"/>
          </p:nvPr>
        </p:nvSpPr>
        <p:spPr>
          <a:xfrm>
            <a:off x="3864864" y="6356351"/>
            <a:ext cx="4673600" cy="365759"/>
          </a:xfrm>
          <a:prstGeom prst="rect">
            <a:avLst/>
          </a:prstGeom>
          <a:noFill/>
          <a:ln>
            <a:noFill/>
          </a:ln>
        </p:spPr>
        <p:txBody>
          <a:bodyPr lIns="91425" tIns="91425" rIns="91425" bIns="91425" anchor="t" anchorCtr="0"/>
          <a:lstStyle>
            <a:lvl1pPr marL="0" marR="0" lvl="0" indent="0" algn="r" rtl="0">
              <a:spcBef>
                <a:spcPts val="0"/>
              </a:spcBef>
              <a:buNone/>
              <a:defRPr sz="1400" b="0" i="0" u="none" strike="noStrike" cap="none">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r>
              <a:rPr lang="fr-FR" dirty="0"/>
              <a:t>Md. Rezaul Islam, Lecturer, DIU</a:t>
            </a:r>
          </a:p>
        </p:txBody>
      </p:sp>
      <p:sp>
        <p:nvSpPr>
          <p:cNvPr id="32" name="Shape 32"/>
          <p:cNvSpPr txBox="1">
            <a:spLocks noGrp="1"/>
          </p:cNvSpPr>
          <p:nvPr>
            <p:ph type="sldNum" idx="12"/>
          </p:nvPr>
        </p:nvSpPr>
        <p:spPr>
          <a:xfrm>
            <a:off x="816863" y="6356351"/>
            <a:ext cx="2641599" cy="365759"/>
          </a:xfrm>
          <a:prstGeom prst="rect">
            <a:avLst/>
          </a:prstGeom>
          <a:noFill/>
          <a:ln>
            <a:noFill/>
          </a:ln>
        </p:spPr>
        <p:txBody>
          <a:bodyPr lIns="91425" tIns="45700" rIns="91425" bIns="45700" anchor="t" anchorCtr="0">
            <a:noAutofit/>
          </a:bodyPr>
          <a:lstStyle>
            <a:lvl1pPr>
              <a:defRPr>
                <a:latin typeface="Bookman Old Style" panose="02050604050505020204" pitchFamily="18" charset="0"/>
              </a:defRPr>
            </a:lvl1pPr>
          </a:lstStyle>
          <a:p>
            <a:pPr>
              <a:buSzPct val="25000"/>
            </a:pPr>
            <a:fld id="{00000000-1234-1234-1234-123412341234}" type="slidenum">
              <a:rPr lang="en-GB" smtClean="0">
                <a:solidFill>
                  <a:schemeClr val="dk2"/>
                </a:solidFill>
                <a:ea typeface="Bookman Old Style"/>
                <a:cs typeface="Bookman Old Style"/>
                <a:sym typeface="Bookman Old Style"/>
              </a:rPr>
              <a:pPr>
                <a:buSzPct val="25000"/>
              </a:pPr>
              <a:t>‹#›</a:t>
            </a:fld>
            <a:endParaRPr lang="en-GB" dirty="0">
              <a:solidFill>
                <a:schemeClr val="dk2"/>
              </a:solidFill>
              <a:ea typeface="Bookman Old Style"/>
              <a:cs typeface="Bookman Old Style"/>
              <a:sym typeface="Bookman Old Style"/>
            </a:endParaRPr>
          </a:p>
        </p:txBody>
      </p:sp>
      <p:sp>
        <p:nvSpPr>
          <p:cNvPr id="33" name="Shape 33"/>
          <p:cNvSpPr txBox="1">
            <a:spLocks noGrp="1"/>
          </p:cNvSpPr>
          <p:nvPr>
            <p:ph type="body" idx="1"/>
          </p:nvPr>
        </p:nvSpPr>
        <p:spPr>
          <a:xfrm>
            <a:off x="609600" y="1219200"/>
            <a:ext cx="10972800" cy="4937760"/>
          </a:xfrm>
          <a:prstGeom prst="rect">
            <a:avLst/>
          </a:prstGeom>
          <a:noFill/>
          <a:ln>
            <a:noFill/>
          </a:ln>
        </p:spPr>
        <p:txBody>
          <a:bodyPr lIns="91425" tIns="91425" rIns="91425" bIns="91425" anchor="t" anchorCtr="0"/>
          <a:lstStyle>
            <a:lvl1pPr marL="274320" marR="0" lvl="0" indent="-148844" algn="l" rtl="0">
              <a:spcBef>
                <a:spcPts val="600"/>
              </a:spcBef>
              <a:buClr>
                <a:schemeClr val="accent1"/>
              </a:buClr>
              <a:buSzPct val="76000"/>
              <a:buFont typeface="Bookman Old Style"/>
              <a:buChar char="▶"/>
              <a:defRPr sz="2600" b="0" i="0" u="none" strike="noStrike" cap="none">
                <a:solidFill>
                  <a:schemeClr val="dk1"/>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548640" marR="0" lvl="1" indent="-170942" algn="l" rtl="0">
              <a:spcBef>
                <a:spcPts val="500"/>
              </a:spcBef>
              <a:buClr>
                <a:schemeClr val="accent2"/>
              </a:buClr>
              <a:buSzPct val="76000"/>
              <a:buFont typeface="Bookman Old Style"/>
              <a:buChar char="▶"/>
              <a:defRPr sz="2300" b="0" i="0" u="none" strike="noStrike" cap="none">
                <a:solidFill>
                  <a:schemeClr val="dk2"/>
                </a:solidFill>
                <a:latin typeface="Bookman Old Style"/>
                <a:ea typeface="Bookman Old Style"/>
                <a:cs typeface="Bookman Old Style"/>
                <a:sym typeface="Bookman Old Style"/>
              </a:defRPr>
            </a:lvl2pPr>
            <a:lvl3pPr marL="822960" marR="0" lvl="2" indent="-142240" algn="l" rtl="0">
              <a:spcBef>
                <a:spcPts val="500"/>
              </a:spcBef>
              <a:buClr>
                <a:srgbClr val="BABABA"/>
              </a:buClr>
              <a:buSzPct val="76000"/>
              <a:buFont typeface="Bookman Old Style"/>
              <a:buChar char="▶"/>
              <a:defRPr sz="2000" b="0" i="0" u="none" strike="noStrike" cap="none">
                <a:solidFill>
                  <a:schemeClr val="dk1"/>
                </a:solidFill>
                <a:latin typeface="Bookman Old Style"/>
                <a:ea typeface="Bookman Old Style"/>
                <a:cs typeface="Bookman Old Style"/>
                <a:sym typeface="Bookman Old Style"/>
              </a:defRPr>
            </a:lvl3pPr>
            <a:lvl4pPr marL="1097280" marR="0" lvl="3" indent="-153669" algn="l" rtl="0">
              <a:spcBef>
                <a:spcPts val="400"/>
              </a:spcBef>
              <a:buClr>
                <a:srgbClr val="8BA1B3"/>
              </a:buClr>
              <a:buSzPct val="70000"/>
              <a:buFont typeface="Bookman Old Style"/>
              <a:buChar char="◻"/>
              <a:defRPr sz="1800" b="0" i="0" u="none" strike="noStrike" cap="none">
                <a:solidFill>
                  <a:schemeClr val="dk1"/>
                </a:solidFill>
                <a:latin typeface="Bookman Old Style"/>
                <a:ea typeface="Bookman Old Style"/>
                <a:cs typeface="Bookman Old Style"/>
                <a:sym typeface="Bookman Old Style"/>
              </a:defRPr>
            </a:lvl4pPr>
            <a:lvl5pPr marL="1371600" marR="0" lvl="4" indent="-157480" algn="l" rtl="0">
              <a:spcBef>
                <a:spcPts val="300"/>
              </a:spcBef>
              <a:buClr>
                <a:schemeClr val="accent2"/>
              </a:buClr>
              <a:buSzPct val="70000"/>
              <a:buFont typeface="Bookman Old Style"/>
              <a:buChar char="◻"/>
              <a:defRPr sz="1600" b="0" i="0" u="none" strike="noStrike" cap="none">
                <a:solidFill>
                  <a:schemeClr val="dk1"/>
                </a:solidFill>
                <a:latin typeface="Bookman Old Style"/>
                <a:ea typeface="Bookman Old Style"/>
                <a:cs typeface="Bookman Old Style"/>
                <a:sym typeface="Bookman Old Style"/>
              </a:defRPr>
            </a:lvl5pPr>
            <a:lvl6pPr marL="1645920" marR="0" lvl="5" indent="-109220" algn="l" rtl="0">
              <a:spcBef>
                <a:spcPts val="300"/>
              </a:spcBef>
              <a:buClr>
                <a:srgbClr val="8BA1B3"/>
              </a:buClr>
              <a:buSzPct val="75000"/>
              <a:buFont typeface="Bookman Old Style"/>
              <a:buChar char="▶"/>
              <a:defRPr sz="1600" b="0" i="0" u="none" strike="noStrike" cap="none">
                <a:solidFill>
                  <a:schemeClr val="dk1"/>
                </a:solidFill>
                <a:latin typeface="Bookman Old Style"/>
                <a:ea typeface="Bookman Old Style"/>
                <a:cs typeface="Bookman Old Style"/>
                <a:sym typeface="Bookman Old Style"/>
              </a:defRPr>
            </a:lvl6pPr>
            <a:lvl7pPr marL="1828800" marR="0" lvl="6" indent="-123825" algn="l" rtl="0">
              <a:spcBef>
                <a:spcPts val="300"/>
              </a:spcBef>
              <a:buClr>
                <a:srgbClr val="646C8F"/>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7pPr>
            <a:lvl8pPr marL="2011679" marR="0" lvl="7" indent="-116204" algn="l" rtl="0">
              <a:spcBef>
                <a:spcPts val="300"/>
              </a:spcBef>
              <a:buClr>
                <a:srgbClr val="BABABA"/>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8pPr>
            <a:lvl9pPr marL="2194560" marR="0" lvl="8" indent="-130810" algn="l" rtl="0">
              <a:spcBef>
                <a:spcPts val="300"/>
              </a:spcBef>
              <a:buClr>
                <a:srgbClr val="9FB8CD"/>
              </a:buClr>
              <a:buSzPct val="75000"/>
              <a:buFont typeface="Bookman Old Style"/>
              <a:buChar char="▶"/>
              <a:defRPr sz="1200" b="0" i="0" u="none" strike="noStrike" cap="none">
                <a:solidFill>
                  <a:schemeClr val="dk1"/>
                </a:solidFill>
                <a:latin typeface="Bookman Old Style"/>
                <a:ea typeface="Bookman Old Style"/>
                <a:cs typeface="Bookman Old Style"/>
                <a:sym typeface="Bookman Old Style"/>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bg>
      <p:bgPr>
        <a:solidFill>
          <a:schemeClr val="dk2"/>
        </a:solidFill>
        <a:effectLst/>
      </p:bgPr>
    </p:bg>
    <p:spTree>
      <p:nvGrpSpPr>
        <p:cNvPr id="1" name="Shape 34"/>
        <p:cNvGrpSpPr/>
        <p:nvPr/>
      </p:nvGrpSpPr>
      <p:grpSpPr>
        <a:xfrm>
          <a:off x="0" y="0"/>
          <a:ext cx="0" cy="0"/>
          <a:chOff x="0" y="0"/>
          <a:chExt cx="0" cy="0"/>
        </a:xfrm>
      </p:grpSpPr>
      <p:sp>
        <p:nvSpPr>
          <p:cNvPr id="35" name="Shape 35"/>
          <p:cNvSpPr txBox="1">
            <a:spLocks noGrp="1"/>
          </p:cNvSpPr>
          <p:nvPr>
            <p:ph type="title"/>
          </p:nvPr>
        </p:nvSpPr>
        <p:spPr>
          <a:xfrm>
            <a:off x="1625600" y="2971800"/>
            <a:ext cx="9144000" cy="1066799"/>
          </a:xfrm>
          <a:prstGeom prst="rect">
            <a:avLst/>
          </a:prstGeom>
          <a:noFill/>
          <a:ln>
            <a:noFill/>
          </a:ln>
        </p:spPr>
        <p:txBody>
          <a:bodyPr lIns="91425" tIns="91425" rIns="91425" bIns="91425" anchor="t" anchorCtr="0"/>
          <a:lstStyle>
            <a:lvl1pPr marL="0" marR="0" lvl="0" indent="0" algn="r" rtl="0">
              <a:spcBef>
                <a:spcPts val="0"/>
              </a:spcBef>
              <a:buClr>
                <a:schemeClr val="lt2"/>
              </a:buClr>
              <a:buFont typeface="Domine"/>
              <a:buNone/>
              <a:defRPr sz="3200" b="0" i="0" u="none" strike="noStrike" cap="none">
                <a:solidFill>
                  <a:schemeClr val="lt2"/>
                </a:solidFill>
                <a:latin typeface="Domine"/>
                <a:ea typeface="Domine"/>
                <a:cs typeface="Domine"/>
                <a:sym typeface="Domine"/>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6" name="Shape 36"/>
          <p:cNvSpPr txBox="1">
            <a:spLocks noGrp="1"/>
          </p:cNvSpPr>
          <p:nvPr>
            <p:ph type="body" idx="1"/>
          </p:nvPr>
        </p:nvSpPr>
        <p:spPr>
          <a:xfrm>
            <a:off x="1727200" y="4267200"/>
            <a:ext cx="9042400" cy="1143000"/>
          </a:xfrm>
          <a:prstGeom prst="rect">
            <a:avLst/>
          </a:prstGeom>
          <a:noFill/>
          <a:ln>
            <a:noFill/>
          </a:ln>
        </p:spPr>
        <p:txBody>
          <a:bodyPr lIns="91425" tIns="91425" rIns="91425" bIns="91425" anchor="t" anchorCtr="0"/>
          <a:lstStyle>
            <a:lvl1pPr marL="0" marR="0" lvl="0" indent="0" algn="r" rtl="0">
              <a:spcBef>
                <a:spcPts val="600"/>
              </a:spcBef>
              <a:buClr>
                <a:schemeClr val="accent1"/>
              </a:buClr>
              <a:buFont typeface="Bookman Old Style"/>
              <a:buNone/>
              <a:defRPr sz="2000" b="0" i="0" u="none" strike="noStrike" cap="none">
                <a:solidFill>
                  <a:schemeClr val="lt1"/>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548640" marR="0" lvl="1" indent="-281940" algn="l" rtl="0">
              <a:spcBef>
                <a:spcPts val="500"/>
              </a:spcBef>
              <a:buClr>
                <a:schemeClr val="accent2"/>
              </a:buClr>
              <a:buFont typeface="Bookman Old Style"/>
              <a:buNone/>
              <a:defRPr sz="1800" b="0" i="0" u="none" strike="noStrike" cap="none">
                <a:solidFill>
                  <a:schemeClr val="lt1"/>
                </a:solidFill>
                <a:latin typeface="Bookman Old Style"/>
                <a:ea typeface="Bookman Old Style"/>
                <a:cs typeface="Bookman Old Style"/>
                <a:sym typeface="Bookman Old Style"/>
              </a:defRPr>
            </a:lvl2pPr>
            <a:lvl3pPr marL="822960" marR="0" lvl="2" indent="-238760" algn="l" rtl="0">
              <a:spcBef>
                <a:spcPts val="500"/>
              </a:spcBef>
              <a:buClr>
                <a:schemeClr val="dk1"/>
              </a:buClr>
              <a:buFont typeface="Bookman Old Style"/>
              <a:buNone/>
              <a:defRPr sz="1600" b="0" i="0" u="none" strike="noStrike" cap="none">
                <a:solidFill>
                  <a:schemeClr val="lt1"/>
                </a:solidFill>
                <a:latin typeface="Bookman Old Style"/>
                <a:ea typeface="Bookman Old Style"/>
                <a:cs typeface="Bookman Old Style"/>
                <a:sym typeface="Bookman Old Style"/>
              </a:defRPr>
            </a:lvl3pPr>
            <a:lvl4pPr marL="1097280" marR="0" lvl="3" indent="-233680" algn="l" rtl="0">
              <a:spcBef>
                <a:spcPts val="400"/>
              </a:spcBef>
              <a:buClr>
                <a:srgbClr val="8BA1B3"/>
              </a:buClr>
              <a:buFont typeface="Bookman Old Style"/>
              <a:buNone/>
              <a:defRPr sz="1400" b="0" i="0" u="none" strike="noStrike" cap="none">
                <a:solidFill>
                  <a:schemeClr val="lt1"/>
                </a:solidFill>
                <a:latin typeface="Bookman Old Style"/>
                <a:ea typeface="Bookman Old Style"/>
                <a:cs typeface="Bookman Old Style"/>
                <a:sym typeface="Bookman Old Style"/>
              </a:defRPr>
            </a:lvl4pPr>
            <a:lvl5pPr marL="1371600" marR="0" lvl="4" indent="-228600" algn="l" rtl="0">
              <a:spcBef>
                <a:spcPts val="300"/>
              </a:spcBef>
              <a:buClr>
                <a:schemeClr val="accent2"/>
              </a:buClr>
              <a:buFont typeface="Bookman Old Style"/>
              <a:buNone/>
              <a:defRPr sz="1400" b="0" i="0" u="none" strike="noStrike" cap="none">
                <a:solidFill>
                  <a:schemeClr val="lt1"/>
                </a:solidFill>
                <a:latin typeface="Bookman Old Style"/>
                <a:ea typeface="Bookman Old Style"/>
                <a:cs typeface="Bookman Old Style"/>
                <a:sym typeface="Bookman Old Style"/>
              </a:defRPr>
            </a:lvl5pPr>
            <a:lvl6pPr marL="1645920" marR="0" lvl="5" indent="-109220" algn="l" rtl="0">
              <a:spcBef>
                <a:spcPts val="300"/>
              </a:spcBef>
              <a:buClr>
                <a:srgbClr val="8BA1B3"/>
              </a:buClr>
              <a:buSzPct val="75000"/>
              <a:buFont typeface="Bookman Old Style"/>
              <a:buChar char="▶"/>
              <a:defRPr sz="1600" b="0" i="0" u="none" strike="noStrike" cap="none">
                <a:solidFill>
                  <a:schemeClr val="lt1"/>
                </a:solidFill>
                <a:latin typeface="Bookman Old Style"/>
                <a:ea typeface="Bookman Old Style"/>
                <a:cs typeface="Bookman Old Style"/>
                <a:sym typeface="Bookman Old Style"/>
              </a:defRPr>
            </a:lvl6pPr>
            <a:lvl7pPr marL="1828800" marR="0" lvl="6" indent="-123825" algn="l" rtl="0">
              <a:spcBef>
                <a:spcPts val="300"/>
              </a:spcBef>
              <a:buClr>
                <a:srgbClr val="646C8F"/>
              </a:buClr>
              <a:buSzPct val="75000"/>
              <a:buFont typeface="Bookman Old Style"/>
              <a:buChar char="▶"/>
              <a:defRPr sz="1400" b="0" i="0" u="none" strike="noStrike" cap="none">
                <a:solidFill>
                  <a:schemeClr val="lt1"/>
                </a:solidFill>
                <a:latin typeface="Bookman Old Style"/>
                <a:ea typeface="Bookman Old Style"/>
                <a:cs typeface="Bookman Old Style"/>
                <a:sym typeface="Bookman Old Style"/>
              </a:defRPr>
            </a:lvl7pPr>
            <a:lvl8pPr marL="2011679" marR="0" lvl="7" indent="-116204" algn="l" rtl="0">
              <a:spcBef>
                <a:spcPts val="300"/>
              </a:spcBef>
              <a:buClr>
                <a:srgbClr val="BABABA"/>
              </a:buClr>
              <a:buSzPct val="75000"/>
              <a:buFont typeface="Bookman Old Style"/>
              <a:buChar char="▶"/>
              <a:defRPr sz="1400" b="0" i="0" u="none" strike="noStrike" cap="none">
                <a:solidFill>
                  <a:schemeClr val="lt1"/>
                </a:solidFill>
                <a:latin typeface="Bookman Old Style"/>
                <a:ea typeface="Bookman Old Style"/>
                <a:cs typeface="Bookman Old Style"/>
                <a:sym typeface="Bookman Old Style"/>
              </a:defRPr>
            </a:lvl8pPr>
            <a:lvl9pPr marL="2194560" marR="0" lvl="8" indent="-130810" algn="l" rtl="0">
              <a:spcBef>
                <a:spcPts val="300"/>
              </a:spcBef>
              <a:buClr>
                <a:srgbClr val="9FB8CD"/>
              </a:buClr>
              <a:buSzPct val="75000"/>
              <a:buFont typeface="Bookman Old Style"/>
              <a:buChar char="▶"/>
              <a:defRPr sz="1200" b="0" i="0" u="none" strike="noStrike" cap="none">
                <a:solidFill>
                  <a:schemeClr val="lt1"/>
                </a:solidFill>
                <a:latin typeface="Bookman Old Style"/>
                <a:ea typeface="Bookman Old Style"/>
                <a:cs typeface="Bookman Old Style"/>
                <a:sym typeface="Bookman Old Style"/>
              </a:defRPr>
            </a:lvl9pPr>
          </a:lstStyle>
          <a:p>
            <a:endParaRPr dirty="0"/>
          </a:p>
        </p:txBody>
      </p:sp>
      <p:sp>
        <p:nvSpPr>
          <p:cNvPr id="37" name="Shape 37"/>
          <p:cNvSpPr txBox="1">
            <a:spLocks noGrp="1"/>
          </p:cNvSpPr>
          <p:nvPr>
            <p:ph type="dt" idx="10"/>
          </p:nvPr>
        </p:nvSpPr>
        <p:spPr>
          <a:xfrm>
            <a:off x="8534400" y="6355081"/>
            <a:ext cx="3048000" cy="365759"/>
          </a:xfrm>
          <a:prstGeom prst="rect">
            <a:avLst/>
          </a:prstGeom>
          <a:noFill/>
          <a:ln>
            <a:noFill/>
          </a:ln>
        </p:spPr>
        <p:txBody>
          <a:bodyPr lIns="91425" tIns="91425" rIns="91425" bIns="91425" anchor="t" anchorCtr="0"/>
          <a:lstStyle>
            <a:lvl1pPr marL="0" marR="0" lvl="0" indent="0" algn="l" rtl="0">
              <a:spcBef>
                <a:spcPts val="0"/>
              </a:spcBef>
              <a:buNone/>
              <a:defRPr sz="1400">
                <a:solidFill>
                  <a:schemeClr val="lt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9pPr>
          </a:lstStyle>
          <a:p>
            <a:endParaRPr lang="en-US" dirty="0"/>
          </a:p>
        </p:txBody>
      </p:sp>
      <p:sp>
        <p:nvSpPr>
          <p:cNvPr id="38" name="Shape 38"/>
          <p:cNvSpPr txBox="1">
            <a:spLocks noGrp="1"/>
          </p:cNvSpPr>
          <p:nvPr>
            <p:ph type="ftr" idx="11"/>
          </p:nvPr>
        </p:nvSpPr>
        <p:spPr>
          <a:xfrm>
            <a:off x="3864865" y="6355081"/>
            <a:ext cx="4632959" cy="365759"/>
          </a:xfrm>
          <a:prstGeom prst="rect">
            <a:avLst/>
          </a:prstGeom>
          <a:noFill/>
          <a:ln>
            <a:noFill/>
          </a:ln>
        </p:spPr>
        <p:txBody>
          <a:bodyPr lIns="91425" tIns="91425" rIns="91425" bIns="91425" anchor="t" anchorCtr="0"/>
          <a:lstStyle>
            <a:lvl1pPr marL="0" marR="0" lvl="0" indent="0" algn="r" rtl="0">
              <a:spcBef>
                <a:spcPts val="0"/>
              </a:spcBef>
              <a:buNone/>
              <a:defRPr sz="1400">
                <a:solidFill>
                  <a:schemeClr val="lt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9pPr>
          </a:lstStyle>
          <a:p>
            <a:r>
              <a:rPr lang="fr-FR" dirty="0"/>
              <a:t>Md. Rezaul Islam, Lecturer, DIU</a:t>
            </a:r>
          </a:p>
        </p:txBody>
      </p:sp>
      <p:sp>
        <p:nvSpPr>
          <p:cNvPr id="39" name="Shape 39"/>
          <p:cNvSpPr txBox="1">
            <a:spLocks noGrp="1"/>
          </p:cNvSpPr>
          <p:nvPr>
            <p:ph type="sldNum" idx="12"/>
          </p:nvPr>
        </p:nvSpPr>
        <p:spPr>
          <a:xfrm>
            <a:off x="1426465" y="6355081"/>
            <a:ext cx="2027935" cy="365759"/>
          </a:xfrm>
          <a:prstGeom prst="rect">
            <a:avLst/>
          </a:prstGeom>
          <a:noFill/>
          <a:ln>
            <a:noFill/>
          </a:ln>
        </p:spPr>
        <p:txBody>
          <a:bodyPr lIns="91425" tIns="45700" rIns="91425" bIns="45700" anchor="t" anchorCtr="0">
            <a:noAutofit/>
          </a:bodyPr>
          <a:lstStyle>
            <a:lvl1pPr>
              <a:defRPr>
                <a:latin typeface="Bookman Old Style" panose="02050604050505020204" pitchFamily="18" charset="0"/>
              </a:defRPr>
            </a:lvl1pPr>
          </a:lstStyle>
          <a:p>
            <a:pPr>
              <a:buSzPct val="25000"/>
            </a:pPr>
            <a:fld id="{00000000-1234-1234-1234-123412341234}" type="slidenum">
              <a:rPr lang="en-GB" smtClean="0">
                <a:solidFill>
                  <a:schemeClr val="lt2"/>
                </a:solidFill>
                <a:ea typeface="Bookman Old Style"/>
                <a:cs typeface="Bookman Old Style"/>
                <a:sym typeface="Bookman Old Style"/>
              </a:rPr>
              <a:pPr>
                <a:buSzPct val="25000"/>
              </a:pPr>
              <a:t>‹#›</a:t>
            </a:fld>
            <a:endParaRPr lang="en-GB" dirty="0">
              <a:solidFill>
                <a:schemeClr val="lt2"/>
              </a:solidFill>
              <a:ea typeface="Bookman Old Style"/>
              <a:cs typeface="Bookman Old Style"/>
              <a:sym typeface="Bookman Old Style"/>
            </a:endParaRPr>
          </a:p>
        </p:txBody>
      </p:sp>
      <p:sp>
        <p:nvSpPr>
          <p:cNvPr id="40" name="Shape 40"/>
          <p:cNvSpPr/>
          <p:nvPr/>
        </p:nvSpPr>
        <p:spPr>
          <a:xfrm>
            <a:off x="1219200" y="2819401"/>
            <a:ext cx="9753600" cy="1280159"/>
          </a:xfrm>
          <a:prstGeom prst="rect">
            <a:avLst/>
          </a:prstGeom>
          <a:noFill/>
          <a:ln w="9525" cap="rnd" cmpd="sng">
            <a:solidFill>
              <a:schemeClr val="accent1"/>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dirty="0">
              <a:solidFill>
                <a:schemeClr val="lt1"/>
              </a:solidFill>
              <a:latin typeface="Bookman Old Style" panose="02050604050505020204" pitchFamily="18" charset="0"/>
              <a:ea typeface="Bookman Old Style"/>
              <a:cs typeface="Bookman Old Style"/>
              <a:sym typeface="Bookman Old Style"/>
            </a:endParaRPr>
          </a:p>
        </p:txBody>
      </p:sp>
      <p:sp>
        <p:nvSpPr>
          <p:cNvPr id="41" name="Shape 41"/>
          <p:cNvSpPr/>
          <p:nvPr/>
        </p:nvSpPr>
        <p:spPr>
          <a:xfrm>
            <a:off x="1219200" y="2819401"/>
            <a:ext cx="304800" cy="1280159"/>
          </a:xfrm>
          <a:prstGeom prst="rect">
            <a:avLst/>
          </a:prstGeom>
          <a:solidFill>
            <a:schemeClr val="accent1"/>
          </a:solidFill>
          <a:ln>
            <a:noFill/>
          </a:ln>
        </p:spPr>
        <p:txBody>
          <a:bodyPr lIns="91425" tIns="45700" rIns="91425" bIns="45700" anchor="ctr" anchorCtr="0">
            <a:noAutofit/>
          </a:bodyPr>
          <a:lstStyle/>
          <a:p>
            <a:pPr marL="0" marR="0" lvl="0" indent="0" algn="ctr" rtl="0">
              <a:spcBef>
                <a:spcPts val="0"/>
              </a:spcBef>
              <a:buNone/>
            </a:pPr>
            <a:endParaRPr sz="1800" dirty="0">
              <a:solidFill>
                <a:schemeClr val="lt1"/>
              </a:solidFill>
              <a:latin typeface="Bookman Old Style" panose="02050604050505020204" pitchFamily="18" charset="0"/>
              <a:ea typeface="Bookman Old Style"/>
              <a:cs typeface="Bookman Old Style"/>
              <a:sym typeface="Bookman Old Style"/>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42"/>
        <p:cNvGrpSpPr/>
        <p:nvPr/>
      </p:nvGrpSpPr>
      <p:grpSpPr>
        <a:xfrm>
          <a:off x="0" y="0"/>
          <a:ext cx="0" cy="0"/>
          <a:chOff x="0" y="0"/>
          <a:chExt cx="0" cy="0"/>
        </a:xfrm>
      </p:grpSpPr>
      <p:sp>
        <p:nvSpPr>
          <p:cNvPr id="43" name="Shape 43"/>
          <p:cNvSpPr txBox="1">
            <a:spLocks noGrp="1"/>
          </p:cNvSpPr>
          <p:nvPr>
            <p:ph type="title"/>
          </p:nvPr>
        </p:nvSpPr>
        <p:spPr>
          <a:xfrm>
            <a:off x="609600" y="228600"/>
            <a:ext cx="10972800" cy="914400"/>
          </a:xfrm>
          <a:prstGeom prst="rect">
            <a:avLst/>
          </a:prstGeom>
          <a:noFill/>
          <a:ln>
            <a:noFill/>
          </a:ln>
        </p:spPr>
        <p:txBody>
          <a:bodyPr lIns="91425" tIns="91425" rIns="91425" bIns="91425" anchor="b" anchorCtr="0"/>
          <a:lstStyle>
            <a:lvl1pPr marL="0" marR="0" lvl="0" indent="0" algn="l" rtl="0">
              <a:spcBef>
                <a:spcPts val="0"/>
              </a:spcBef>
              <a:buClr>
                <a:schemeClr val="dk2"/>
              </a:buClr>
              <a:buFont typeface="Domine"/>
              <a:buNone/>
              <a:defRPr sz="3200" b="0" i="0" u="none" strike="noStrike" cap="none">
                <a:solidFill>
                  <a:schemeClr val="dk2"/>
                </a:solidFill>
                <a:latin typeface="Domine"/>
                <a:ea typeface="Domine"/>
                <a:cs typeface="Domine"/>
                <a:sym typeface="Domine"/>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4" name="Shape 44"/>
          <p:cNvSpPr txBox="1">
            <a:spLocks noGrp="1"/>
          </p:cNvSpPr>
          <p:nvPr>
            <p:ph type="dt" idx="10"/>
          </p:nvPr>
        </p:nvSpPr>
        <p:spPr>
          <a:xfrm>
            <a:off x="8534401" y="6356351"/>
            <a:ext cx="3052063" cy="365759"/>
          </a:xfrm>
          <a:prstGeom prst="rect">
            <a:avLst/>
          </a:prstGeom>
          <a:noFill/>
          <a:ln>
            <a:noFill/>
          </a:ln>
        </p:spPr>
        <p:txBody>
          <a:bodyPr lIns="91425" tIns="91425" rIns="91425" bIns="91425" anchor="t" anchorCtr="0"/>
          <a:lstStyle>
            <a:lvl1pPr marL="0" marR="0" lvl="0" indent="0" algn="l" rtl="0">
              <a:spcBef>
                <a:spcPts val="0"/>
              </a:spcBef>
              <a:buNone/>
              <a:defRPr sz="1400">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endParaRPr lang="en-US" dirty="0"/>
          </a:p>
        </p:txBody>
      </p:sp>
      <p:sp>
        <p:nvSpPr>
          <p:cNvPr id="45" name="Shape 45"/>
          <p:cNvSpPr txBox="1">
            <a:spLocks noGrp="1"/>
          </p:cNvSpPr>
          <p:nvPr>
            <p:ph type="ftr" idx="11"/>
          </p:nvPr>
        </p:nvSpPr>
        <p:spPr>
          <a:xfrm>
            <a:off x="3864864" y="6356351"/>
            <a:ext cx="4673600" cy="365759"/>
          </a:xfrm>
          <a:prstGeom prst="rect">
            <a:avLst/>
          </a:prstGeom>
          <a:noFill/>
          <a:ln>
            <a:noFill/>
          </a:ln>
        </p:spPr>
        <p:txBody>
          <a:bodyPr lIns="91425" tIns="91425" rIns="91425" bIns="91425" anchor="t" anchorCtr="0"/>
          <a:lstStyle>
            <a:lvl1pPr marL="0" marR="0" lvl="0" indent="0" algn="r" rtl="0">
              <a:spcBef>
                <a:spcPts val="0"/>
              </a:spcBef>
              <a:buNone/>
              <a:defRPr sz="1400">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r>
              <a:rPr lang="fr-FR" dirty="0"/>
              <a:t>Md. Rezaul Islam, Lecturer, DIU</a:t>
            </a:r>
          </a:p>
        </p:txBody>
      </p:sp>
      <p:sp>
        <p:nvSpPr>
          <p:cNvPr id="46" name="Shape 46"/>
          <p:cNvSpPr txBox="1">
            <a:spLocks noGrp="1"/>
          </p:cNvSpPr>
          <p:nvPr>
            <p:ph type="sldNum" idx="12"/>
          </p:nvPr>
        </p:nvSpPr>
        <p:spPr>
          <a:xfrm>
            <a:off x="816863" y="6356351"/>
            <a:ext cx="2641599" cy="365759"/>
          </a:xfrm>
          <a:prstGeom prst="rect">
            <a:avLst/>
          </a:prstGeom>
          <a:noFill/>
          <a:ln>
            <a:noFill/>
          </a:ln>
        </p:spPr>
        <p:txBody>
          <a:bodyPr lIns="91425" tIns="45700" rIns="91425" bIns="45700" anchor="t" anchorCtr="0">
            <a:noAutofit/>
          </a:bodyPr>
          <a:lstStyle>
            <a:lvl1pPr>
              <a:defRPr>
                <a:latin typeface="Bookman Old Style" panose="02050604050505020204" pitchFamily="18" charset="0"/>
              </a:defRPr>
            </a:lvl1pPr>
          </a:lstStyle>
          <a:p>
            <a:pPr>
              <a:buSzPct val="25000"/>
            </a:pPr>
            <a:fld id="{00000000-1234-1234-1234-123412341234}" type="slidenum">
              <a:rPr lang="en-GB" smtClean="0">
                <a:solidFill>
                  <a:schemeClr val="dk2"/>
                </a:solidFill>
                <a:ea typeface="Bookman Old Style"/>
                <a:cs typeface="Bookman Old Style"/>
                <a:sym typeface="Bookman Old Style"/>
              </a:rPr>
              <a:pPr>
                <a:buSzPct val="25000"/>
              </a:pPr>
              <a:t>‹#›</a:t>
            </a:fld>
            <a:endParaRPr lang="en-GB" dirty="0">
              <a:solidFill>
                <a:schemeClr val="dk2"/>
              </a:solidFill>
              <a:ea typeface="Bookman Old Style"/>
              <a:cs typeface="Bookman Old Style"/>
              <a:sym typeface="Bookman Old Style"/>
            </a:endParaRPr>
          </a:p>
        </p:txBody>
      </p:sp>
      <p:sp>
        <p:nvSpPr>
          <p:cNvPr id="47" name="Shape 47"/>
          <p:cNvSpPr txBox="1">
            <a:spLocks noGrp="1"/>
          </p:cNvSpPr>
          <p:nvPr>
            <p:ph type="body" idx="1"/>
          </p:nvPr>
        </p:nvSpPr>
        <p:spPr>
          <a:xfrm>
            <a:off x="609600" y="1219200"/>
            <a:ext cx="5388864" cy="4937760"/>
          </a:xfrm>
          <a:prstGeom prst="rect">
            <a:avLst/>
          </a:prstGeom>
          <a:noFill/>
          <a:ln>
            <a:noFill/>
          </a:ln>
        </p:spPr>
        <p:txBody>
          <a:bodyPr lIns="91425" tIns="91425" rIns="91425" bIns="91425" anchor="t" anchorCtr="0"/>
          <a:lstStyle>
            <a:lvl1pPr marL="274320" marR="0" lvl="0" indent="-148844" algn="l" rtl="0">
              <a:spcBef>
                <a:spcPts val="600"/>
              </a:spcBef>
              <a:buClr>
                <a:schemeClr val="accent1"/>
              </a:buClr>
              <a:buSzPct val="76000"/>
              <a:buFont typeface="Bookman Old Style"/>
              <a:buChar char="▶"/>
              <a:defRPr sz="2600" b="0" i="0" u="none" strike="noStrike" cap="none">
                <a:solidFill>
                  <a:schemeClr val="dk1"/>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548640" marR="0" lvl="1" indent="-170942" algn="l" rtl="0">
              <a:spcBef>
                <a:spcPts val="500"/>
              </a:spcBef>
              <a:buClr>
                <a:schemeClr val="accent2"/>
              </a:buClr>
              <a:buSzPct val="76000"/>
              <a:buFont typeface="Bookman Old Style"/>
              <a:buChar char="▶"/>
              <a:defRPr sz="2300" b="0" i="0" u="none" strike="noStrike" cap="none">
                <a:solidFill>
                  <a:schemeClr val="dk2"/>
                </a:solidFill>
                <a:latin typeface="Bookman Old Style"/>
                <a:ea typeface="Bookman Old Style"/>
                <a:cs typeface="Bookman Old Style"/>
                <a:sym typeface="Bookman Old Style"/>
              </a:defRPr>
            </a:lvl2pPr>
            <a:lvl3pPr marL="822960" marR="0" lvl="2" indent="-142240" algn="l" rtl="0">
              <a:spcBef>
                <a:spcPts val="500"/>
              </a:spcBef>
              <a:buClr>
                <a:srgbClr val="BABABA"/>
              </a:buClr>
              <a:buSzPct val="76000"/>
              <a:buFont typeface="Bookman Old Style"/>
              <a:buChar char="▶"/>
              <a:defRPr sz="2000" b="0" i="0" u="none" strike="noStrike" cap="none">
                <a:solidFill>
                  <a:schemeClr val="dk1"/>
                </a:solidFill>
                <a:latin typeface="Bookman Old Style"/>
                <a:ea typeface="Bookman Old Style"/>
                <a:cs typeface="Bookman Old Style"/>
                <a:sym typeface="Bookman Old Style"/>
              </a:defRPr>
            </a:lvl3pPr>
            <a:lvl4pPr marL="1097280" marR="0" lvl="3" indent="-153669" algn="l" rtl="0">
              <a:spcBef>
                <a:spcPts val="400"/>
              </a:spcBef>
              <a:buClr>
                <a:srgbClr val="8BA1B3"/>
              </a:buClr>
              <a:buSzPct val="70000"/>
              <a:buFont typeface="Bookman Old Style"/>
              <a:buChar char="◻"/>
              <a:defRPr sz="1800" b="0" i="0" u="none" strike="noStrike" cap="none">
                <a:solidFill>
                  <a:schemeClr val="dk1"/>
                </a:solidFill>
                <a:latin typeface="Bookman Old Style"/>
                <a:ea typeface="Bookman Old Style"/>
                <a:cs typeface="Bookman Old Style"/>
                <a:sym typeface="Bookman Old Style"/>
              </a:defRPr>
            </a:lvl4pPr>
            <a:lvl5pPr marL="1371600" marR="0" lvl="4" indent="-157480" algn="l" rtl="0">
              <a:spcBef>
                <a:spcPts val="300"/>
              </a:spcBef>
              <a:buClr>
                <a:schemeClr val="accent2"/>
              </a:buClr>
              <a:buSzPct val="70000"/>
              <a:buFont typeface="Bookman Old Style"/>
              <a:buChar char="◻"/>
              <a:defRPr sz="1600" b="0" i="0" u="none" strike="noStrike" cap="none">
                <a:solidFill>
                  <a:schemeClr val="dk1"/>
                </a:solidFill>
                <a:latin typeface="Bookman Old Style"/>
                <a:ea typeface="Bookman Old Style"/>
                <a:cs typeface="Bookman Old Style"/>
                <a:sym typeface="Bookman Old Style"/>
              </a:defRPr>
            </a:lvl5pPr>
            <a:lvl6pPr marL="1645920" marR="0" lvl="5" indent="-109220" algn="l" rtl="0">
              <a:spcBef>
                <a:spcPts val="300"/>
              </a:spcBef>
              <a:buClr>
                <a:srgbClr val="8BA1B3"/>
              </a:buClr>
              <a:buSzPct val="75000"/>
              <a:buFont typeface="Bookman Old Style"/>
              <a:buChar char="▶"/>
              <a:defRPr sz="1600" b="0" i="0" u="none" strike="noStrike" cap="none">
                <a:solidFill>
                  <a:schemeClr val="dk1"/>
                </a:solidFill>
                <a:latin typeface="Bookman Old Style"/>
                <a:ea typeface="Bookman Old Style"/>
                <a:cs typeface="Bookman Old Style"/>
                <a:sym typeface="Bookman Old Style"/>
              </a:defRPr>
            </a:lvl6pPr>
            <a:lvl7pPr marL="1828800" marR="0" lvl="6" indent="-123825" algn="l" rtl="0">
              <a:spcBef>
                <a:spcPts val="300"/>
              </a:spcBef>
              <a:buClr>
                <a:srgbClr val="646C8F"/>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7pPr>
            <a:lvl8pPr marL="2011679" marR="0" lvl="7" indent="-116204" algn="l" rtl="0">
              <a:spcBef>
                <a:spcPts val="300"/>
              </a:spcBef>
              <a:buClr>
                <a:srgbClr val="BABABA"/>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8pPr>
            <a:lvl9pPr marL="2194560" marR="0" lvl="8" indent="-130810" algn="l" rtl="0">
              <a:spcBef>
                <a:spcPts val="300"/>
              </a:spcBef>
              <a:buClr>
                <a:srgbClr val="9FB8CD"/>
              </a:buClr>
              <a:buSzPct val="75000"/>
              <a:buFont typeface="Bookman Old Style"/>
              <a:buChar char="▶"/>
              <a:defRPr sz="1200" b="0" i="0" u="none" strike="noStrike" cap="none">
                <a:solidFill>
                  <a:schemeClr val="dk1"/>
                </a:solidFill>
                <a:latin typeface="Bookman Old Style"/>
                <a:ea typeface="Bookman Old Style"/>
                <a:cs typeface="Bookman Old Style"/>
                <a:sym typeface="Bookman Old Style"/>
              </a:defRPr>
            </a:lvl9pPr>
          </a:lstStyle>
          <a:p>
            <a:endParaRPr dirty="0"/>
          </a:p>
        </p:txBody>
      </p:sp>
      <p:sp>
        <p:nvSpPr>
          <p:cNvPr id="48" name="Shape 48"/>
          <p:cNvSpPr txBox="1">
            <a:spLocks noGrp="1"/>
          </p:cNvSpPr>
          <p:nvPr>
            <p:ph type="body" idx="2"/>
          </p:nvPr>
        </p:nvSpPr>
        <p:spPr>
          <a:xfrm>
            <a:off x="6176264" y="1216151"/>
            <a:ext cx="5388864" cy="4937760"/>
          </a:xfrm>
          <a:prstGeom prst="rect">
            <a:avLst/>
          </a:prstGeom>
          <a:noFill/>
          <a:ln>
            <a:noFill/>
          </a:ln>
        </p:spPr>
        <p:txBody>
          <a:bodyPr lIns="91425" tIns="91425" rIns="91425" bIns="91425" anchor="t" anchorCtr="0"/>
          <a:lstStyle>
            <a:lvl1pPr marL="274320" marR="0" lvl="0" indent="-148844" algn="l" rtl="0">
              <a:spcBef>
                <a:spcPts val="600"/>
              </a:spcBef>
              <a:buClr>
                <a:schemeClr val="accent1"/>
              </a:buClr>
              <a:buSzPct val="76000"/>
              <a:buFont typeface="Bookman Old Style"/>
              <a:buChar char="▶"/>
              <a:defRPr sz="2600" b="0" i="0" u="none" strike="noStrike" cap="none">
                <a:solidFill>
                  <a:schemeClr val="dk1"/>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548640" marR="0" lvl="1" indent="-170942" algn="l" rtl="0">
              <a:spcBef>
                <a:spcPts val="500"/>
              </a:spcBef>
              <a:buClr>
                <a:schemeClr val="accent2"/>
              </a:buClr>
              <a:buSzPct val="76000"/>
              <a:buFont typeface="Bookman Old Style"/>
              <a:buChar char="▶"/>
              <a:defRPr sz="2300" b="0" i="0" u="none" strike="noStrike" cap="none">
                <a:solidFill>
                  <a:schemeClr val="dk2"/>
                </a:solidFill>
                <a:latin typeface="Bookman Old Style"/>
                <a:ea typeface="Bookman Old Style"/>
                <a:cs typeface="Bookman Old Style"/>
                <a:sym typeface="Bookman Old Style"/>
              </a:defRPr>
            </a:lvl2pPr>
            <a:lvl3pPr marL="822960" marR="0" lvl="2" indent="-142240" algn="l" rtl="0">
              <a:spcBef>
                <a:spcPts val="500"/>
              </a:spcBef>
              <a:buClr>
                <a:srgbClr val="BABABA"/>
              </a:buClr>
              <a:buSzPct val="76000"/>
              <a:buFont typeface="Bookman Old Style"/>
              <a:buChar char="▶"/>
              <a:defRPr sz="2000" b="0" i="0" u="none" strike="noStrike" cap="none">
                <a:solidFill>
                  <a:schemeClr val="dk1"/>
                </a:solidFill>
                <a:latin typeface="Bookman Old Style"/>
                <a:ea typeface="Bookman Old Style"/>
                <a:cs typeface="Bookman Old Style"/>
                <a:sym typeface="Bookman Old Style"/>
              </a:defRPr>
            </a:lvl3pPr>
            <a:lvl4pPr marL="1097280" marR="0" lvl="3" indent="-153669" algn="l" rtl="0">
              <a:spcBef>
                <a:spcPts val="400"/>
              </a:spcBef>
              <a:buClr>
                <a:srgbClr val="8BA1B3"/>
              </a:buClr>
              <a:buSzPct val="70000"/>
              <a:buFont typeface="Bookman Old Style"/>
              <a:buChar char="◻"/>
              <a:defRPr sz="1800" b="0" i="0" u="none" strike="noStrike" cap="none">
                <a:solidFill>
                  <a:schemeClr val="dk1"/>
                </a:solidFill>
                <a:latin typeface="Bookman Old Style"/>
                <a:ea typeface="Bookman Old Style"/>
                <a:cs typeface="Bookman Old Style"/>
                <a:sym typeface="Bookman Old Style"/>
              </a:defRPr>
            </a:lvl4pPr>
            <a:lvl5pPr marL="1371600" marR="0" lvl="4" indent="-157480" algn="l" rtl="0">
              <a:spcBef>
                <a:spcPts val="300"/>
              </a:spcBef>
              <a:buClr>
                <a:schemeClr val="accent2"/>
              </a:buClr>
              <a:buSzPct val="70000"/>
              <a:buFont typeface="Bookman Old Style"/>
              <a:buChar char="◻"/>
              <a:defRPr sz="1600" b="0" i="0" u="none" strike="noStrike" cap="none">
                <a:solidFill>
                  <a:schemeClr val="dk1"/>
                </a:solidFill>
                <a:latin typeface="Bookman Old Style"/>
                <a:ea typeface="Bookman Old Style"/>
                <a:cs typeface="Bookman Old Style"/>
                <a:sym typeface="Bookman Old Style"/>
              </a:defRPr>
            </a:lvl5pPr>
            <a:lvl6pPr marL="1645920" marR="0" lvl="5" indent="-109220" algn="l" rtl="0">
              <a:spcBef>
                <a:spcPts val="300"/>
              </a:spcBef>
              <a:buClr>
                <a:srgbClr val="8BA1B3"/>
              </a:buClr>
              <a:buSzPct val="75000"/>
              <a:buFont typeface="Bookman Old Style"/>
              <a:buChar char="▶"/>
              <a:defRPr sz="1600" b="0" i="0" u="none" strike="noStrike" cap="none">
                <a:solidFill>
                  <a:schemeClr val="dk1"/>
                </a:solidFill>
                <a:latin typeface="Bookman Old Style"/>
                <a:ea typeface="Bookman Old Style"/>
                <a:cs typeface="Bookman Old Style"/>
                <a:sym typeface="Bookman Old Style"/>
              </a:defRPr>
            </a:lvl6pPr>
            <a:lvl7pPr marL="1828800" marR="0" lvl="6" indent="-123825" algn="l" rtl="0">
              <a:spcBef>
                <a:spcPts val="300"/>
              </a:spcBef>
              <a:buClr>
                <a:srgbClr val="646C8F"/>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7pPr>
            <a:lvl8pPr marL="2011679" marR="0" lvl="7" indent="-116204" algn="l" rtl="0">
              <a:spcBef>
                <a:spcPts val="300"/>
              </a:spcBef>
              <a:buClr>
                <a:srgbClr val="BABABA"/>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8pPr>
            <a:lvl9pPr marL="2194560" marR="0" lvl="8" indent="-130810" algn="l" rtl="0">
              <a:spcBef>
                <a:spcPts val="300"/>
              </a:spcBef>
              <a:buClr>
                <a:srgbClr val="9FB8CD"/>
              </a:buClr>
              <a:buSzPct val="75000"/>
              <a:buFont typeface="Bookman Old Style"/>
              <a:buChar char="▶"/>
              <a:defRPr sz="1200" b="0" i="0" u="none" strike="noStrike" cap="none">
                <a:solidFill>
                  <a:schemeClr val="dk1"/>
                </a:solidFill>
                <a:latin typeface="Bookman Old Style"/>
                <a:ea typeface="Bookman Old Style"/>
                <a:cs typeface="Bookman Old Style"/>
                <a:sym typeface="Bookman Old Style"/>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49"/>
        <p:cNvGrpSpPr/>
        <p:nvPr/>
      </p:nvGrpSpPr>
      <p:grpSpPr>
        <a:xfrm>
          <a:off x="0" y="0"/>
          <a:ext cx="0" cy="0"/>
          <a:chOff x="0" y="0"/>
          <a:chExt cx="0" cy="0"/>
        </a:xfrm>
      </p:grpSpPr>
      <p:sp>
        <p:nvSpPr>
          <p:cNvPr id="50" name="Shape 50"/>
          <p:cNvSpPr txBox="1">
            <a:spLocks noGrp="1"/>
          </p:cNvSpPr>
          <p:nvPr>
            <p:ph type="title"/>
          </p:nvPr>
        </p:nvSpPr>
        <p:spPr>
          <a:xfrm>
            <a:off x="609600" y="228600"/>
            <a:ext cx="10972800" cy="914400"/>
          </a:xfrm>
          <a:prstGeom prst="rect">
            <a:avLst/>
          </a:prstGeom>
          <a:noFill/>
          <a:ln>
            <a:noFill/>
          </a:ln>
        </p:spPr>
        <p:txBody>
          <a:bodyPr lIns="91425" tIns="91425" rIns="91425" bIns="91425" anchor="ctr" anchorCtr="0"/>
          <a:lstStyle>
            <a:lvl1pPr marL="0" marR="0" lvl="0" indent="0" algn="l" rtl="0">
              <a:spcBef>
                <a:spcPts val="0"/>
              </a:spcBef>
              <a:buClr>
                <a:schemeClr val="dk2"/>
              </a:buClr>
              <a:buFont typeface="Domine"/>
              <a:buNone/>
              <a:defRPr sz="3200" b="0" i="0" u="none" strike="noStrike" cap="none">
                <a:solidFill>
                  <a:schemeClr val="dk2"/>
                </a:solidFill>
                <a:latin typeface="Domine"/>
                <a:ea typeface="Domine"/>
                <a:cs typeface="Domine"/>
                <a:sym typeface="Domine"/>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1" name="Shape 51"/>
          <p:cNvSpPr txBox="1">
            <a:spLocks noGrp="1"/>
          </p:cNvSpPr>
          <p:nvPr>
            <p:ph type="body" idx="1"/>
          </p:nvPr>
        </p:nvSpPr>
        <p:spPr>
          <a:xfrm>
            <a:off x="609601" y="1285876"/>
            <a:ext cx="5386916" cy="685799"/>
          </a:xfrm>
          <a:prstGeom prst="rect">
            <a:avLst/>
          </a:prstGeom>
          <a:noFill/>
          <a:ln>
            <a:noFill/>
          </a:ln>
        </p:spPr>
        <p:txBody>
          <a:bodyPr lIns="91425" tIns="91425" rIns="91425" bIns="91425" anchor="b" anchorCtr="0"/>
          <a:lstStyle>
            <a:lvl1pPr marL="0" marR="0" lvl="0" indent="0" algn="l" rtl="0">
              <a:spcBef>
                <a:spcPts val="600"/>
              </a:spcBef>
              <a:buClr>
                <a:schemeClr val="accent1"/>
              </a:buClr>
              <a:buFont typeface="Bookman Old Style"/>
              <a:buNone/>
              <a:defRPr sz="2400" b="1" i="0" u="none" strike="noStrike" cap="none">
                <a:solidFill>
                  <a:schemeClr val="accent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548640" marR="0" lvl="1" indent="-281940" algn="l" rtl="0">
              <a:spcBef>
                <a:spcPts val="500"/>
              </a:spcBef>
              <a:buClr>
                <a:schemeClr val="accent2"/>
              </a:buClr>
              <a:buFont typeface="Bookman Old Style"/>
              <a:buNone/>
              <a:defRPr sz="2000" b="1" i="0" u="none" strike="noStrike" cap="none">
                <a:solidFill>
                  <a:schemeClr val="dk2"/>
                </a:solidFill>
                <a:latin typeface="Bookman Old Style"/>
                <a:ea typeface="Bookman Old Style"/>
                <a:cs typeface="Bookman Old Style"/>
                <a:sym typeface="Bookman Old Style"/>
              </a:defRPr>
            </a:lvl2pPr>
            <a:lvl3pPr marL="822960" marR="0" lvl="2" indent="-238760" algn="l" rtl="0">
              <a:spcBef>
                <a:spcPts val="500"/>
              </a:spcBef>
              <a:buClr>
                <a:srgbClr val="BABABA"/>
              </a:buClr>
              <a:buFont typeface="Bookman Old Style"/>
              <a:buNone/>
              <a:defRPr sz="1800" b="1" i="0" u="none" strike="noStrike" cap="none">
                <a:solidFill>
                  <a:schemeClr val="dk1"/>
                </a:solidFill>
                <a:latin typeface="Bookman Old Style"/>
                <a:ea typeface="Bookman Old Style"/>
                <a:cs typeface="Bookman Old Style"/>
                <a:sym typeface="Bookman Old Style"/>
              </a:defRPr>
            </a:lvl3pPr>
            <a:lvl4pPr marL="1097280" marR="0" lvl="3" indent="-233680" algn="l" rtl="0">
              <a:spcBef>
                <a:spcPts val="400"/>
              </a:spcBef>
              <a:buClr>
                <a:srgbClr val="8BA1B3"/>
              </a:buClr>
              <a:buFont typeface="Bookman Old Style"/>
              <a:buNone/>
              <a:defRPr sz="1600" b="1" i="0" u="none" strike="noStrike" cap="none">
                <a:solidFill>
                  <a:schemeClr val="dk1"/>
                </a:solidFill>
                <a:latin typeface="Bookman Old Style"/>
                <a:ea typeface="Bookman Old Style"/>
                <a:cs typeface="Bookman Old Style"/>
                <a:sym typeface="Bookman Old Style"/>
              </a:defRPr>
            </a:lvl4pPr>
            <a:lvl5pPr marL="1371600" marR="0" lvl="4" indent="-228600" algn="l" rtl="0">
              <a:spcBef>
                <a:spcPts val="300"/>
              </a:spcBef>
              <a:buClr>
                <a:schemeClr val="accent2"/>
              </a:buClr>
              <a:buFont typeface="Bookman Old Style"/>
              <a:buNone/>
              <a:defRPr sz="1600" b="1" i="0" u="none" strike="noStrike" cap="none">
                <a:solidFill>
                  <a:schemeClr val="dk1"/>
                </a:solidFill>
                <a:latin typeface="Bookman Old Style"/>
                <a:ea typeface="Bookman Old Style"/>
                <a:cs typeface="Bookman Old Style"/>
                <a:sym typeface="Bookman Old Style"/>
              </a:defRPr>
            </a:lvl5pPr>
            <a:lvl6pPr marL="1645920" marR="0" lvl="5" indent="-109220" algn="l" rtl="0">
              <a:spcBef>
                <a:spcPts val="300"/>
              </a:spcBef>
              <a:buClr>
                <a:srgbClr val="8BA1B3"/>
              </a:buClr>
              <a:buSzPct val="75000"/>
              <a:buFont typeface="Bookman Old Style"/>
              <a:buChar char="▶"/>
              <a:defRPr sz="1600" b="0" i="0" u="none" strike="noStrike" cap="none">
                <a:solidFill>
                  <a:schemeClr val="dk1"/>
                </a:solidFill>
                <a:latin typeface="Bookman Old Style"/>
                <a:ea typeface="Bookman Old Style"/>
                <a:cs typeface="Bookman Old Style"/>
                <a:sym typeface="Bookman Old Style"/>
              </a:defRPr>
            </a:lvl6pPr>
            <a:lvl7pPr marL="1828800" marR="0" lvl="6" indent="-123825" algn="l" rtl="0">
              <a:spcBef>
                <a:spcPts val="300"/>
              </a:spcBef>
              <a:buClr>
                <a:srgbClr val="646C8F"/>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7pPr>
            <a:lvl8pPr marL="2011679" marR="0" lvl="7" indent="-116204" algn="l" rtl="0">
              <a:spcBef>
                <a:spcPts val="300"/>
              </a:spcBef>
              <a:buClr>
                <a:srgbClr val="BABABA"/>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8pPr>
            <a:lvl9pPr marL="2194560" marR="0" lvl="8" indent="-130810" algn="l" rtl="0">
              <a:spcBef>
                <a:spcPts val="300"/>
              </a:spcBef>
              <a:buClr>
                <a:srgbClr val="9FB8CD"/>
              </a:buClr>
              <a:buSzPct val="75000"/>
              <a:buFont typeface="Bookman Old Style"/>
              <a:buChar char="▶"/>
              <a:defRPr sz="1200" b="0" i="0" u="none" strike="noStrike" cap="none">
                <a:solidFill>
                  <a:schemeClr val="dk1"/>
                </a:solidFill>
                <a:latin typeface="Bookman Old Style"/>
                <a:ea typeface="Bookman Old Style"/>
                <a:cs typeface="Bookman Old Style"/>
                <a:sym typeface="Bookman Old Style"/>
              </a:defRPr>
            </a:lvl9pPr>
          </a:lstStyle>
          <a:p>
            <a:endParaRPr dirty="0"/>
          </a:p>
        </p:txBody>
      </p:sp>
      <p:sp>
        <p:nvSpPr>
          <p:cNvPr id="52" name="Shape 52"/>
          <p:cNvSpPr txBox="1">
            <a:spLocks noGrp="1"/>
          </p:cNvSpPr>
          <p:nvPr>
            <p:ph type="body" idx="2"/>
          </p:nvPr>
        </p:nvSpPr>
        <p:spPr>
          <a:xfrm>
            <a:off x="6197600" y="1295401"/>
            <a:ext cx="5389032" cy="685799"/>
          </a:xfrm>
          <a:prstGeom prst="rect">
            <a:avLst/>
          </a:prstGeom>
          <a:noFill/>
          <a:ln>
            <a:noFill/>
          </a:ln>
        </p:spPr>
        <p:txBody>
          <a:bodyPr lIns="91425" tIns="91425" rIns="91425" bIns="91425" anchor="b" anchorCtr="0"/>
          <a:lstStyle>
            <a:lvl1pPr marL="0" marR="0" lvl="0" indent="0" algn="l" rtl="0">
              <a:spcBef>
                <a:spcPts val="600"/>
              </a:spcBef>
              <a:buClr>
                <a:schemeClr val="accent1"/>
              </a:buClr>
              <a:buFont typeface="Bookman Old Style"/>
              <a:buNone/>
              <a:defRPr sz="2400" b="1" i="0" u="none" strike="noStrike" cap="none">
                <a:solidFill>
                  <a:schemeClr val="accent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548640" marR="0" lvl="1" indent="-281940" algn="l" rtl="0">
              <a:spcBef>
                <a:spcPts val="500"/>
              </a:spcBef>
              <a:buClr>
                <a:schemeClr val="accent2"/>
              </a:buClr>
              <a:buFont typeface="Bookman Old Style"/>
              <a:buNone/>
              <a:defRPr sz="2000" b="1" i="0" u="none" strike="noStrike" cap="none">
                <a:solidFill>
                  <a:schemeClr val="dk2"/>
                </a:solidFill>
                <a:latin typeface="Bookman Old Style"/>
                <a:ea typeface="Bookman Old Style"/>
                <a:cs typeface="Bookman Old Style"/>
                <a:sym typeface="Bookman Old Style"/>
              </a:defRPr>
            </a:lvl2pPr>
            <a:lvl3pPr marL="822960" marR="0" lvl="2" indent="-238760" algn="l" rtl="0">
              <a:spcBef>
                <a:spcPts val="500"/>
              </a:spcBef>
              <a:buClr>
                <a:srgbClr val="BABABA"/>
              </a:buClr>
              <a:buFont typeface="Bookman Old Style"/>
              <a:buNone/>
              <a:defRPr sz="1800" b="1" i="0" u="none" strike="noStrike" cap="none">
                <a:solidFill>
                  <a:schemeClr val="dk1"/>
                </a:solidFill>
                <a:latin typeface="Bookman Old Style"/>
                <a:ea typeface="Bookman Old Style"/>
                <a:cs typeface="Bookman Old Style"/>
                <a:sym typeface="Bookman Old Style"/>
              </a:defRPr>
            </a:lvl3pPr>
            <a:lvl4pPr marL="1097280" marR="0" lvl="3" indent="-233680" algn="l" rtl="0">
              <a:spcBef>
                <a:spcPts val="400"/>
              </a:spcBef>
              <a:buClr>
                <a:srgbClr val="8BA1B3"/>
              </a:buClr>
              <a:buFont typeface="Bookman Old Style"/>
              <a:buNone/>
              <a:defRPr sz="1600" b="1" i="0" u="none" strike="noStrike" cap="none">
                <a:solidFill>
                  <a:schemeClr val="dk1"/>
                </a:solidFill>
                <a:latin typeface="Bookman Old Style"/>
                <a:ea typeface="Bookman Old Style"/>
                <a:cs typeface="Bookman Old Style"/>
                <a:sym typeface="Bookman Old Style"/>
              </a:defRPr>
            </a:lvl4pPr>
            <a:lvl5pPr marL="1371600" marR="0" lvl="4" indent="-228600" algn="l" rtl="0">
              <a:spcBef>
                <a:spcPts val="300"/>
              </a:spcBef>
              <a:buClr>
                <a:schemeClr val="accent2"/>
              </a:buClr>
              <a:buFont typeface="Bookman Old Style"/>
              <a:buNone/>
              <a:defRPr sz="1600" b="1" i="0" u="none" strike="noStrike" cap="none">
                <a:solidFill>
                  <a:schemeClr val="dk1"/>
                </a:solidFill>
                <a:latin typeface="Bookman Old Style"/>
                <a:ea typeface="Bookman Old Style"/>
                <a:cs typeface="Bookman Old Style"/>
                <a:sym typeface="Bookman Old Style"/>
              </a:defRPr>
            </a:lvl5pPr>
            <a:lvl6pPr marL="1645920" marR="0" lvl="5" indent="-109220" algn="l" rtl="0">
              <a:spcBef>
                <a:spcPts val="300"/>
              </a:spcBef>
              <a:buClr>
                <a:srgbClr val="8BA1B3"/>
              </a:buClr>
              <a:buSzPct val="75000"/>
              <a:buFont typeface="Bookman Old Style"/>
              <a:buChar char="▶"/>
              <a:defRPr sz="1600" b="0" i="0" u="none" strike="noStrike" cap="none">
                <a:solidFill>
                  <a:schemeClr val="dk1"/>
                </a:solidFill>
                <a:latin typeface="Bookman Old Style"/>
                <a:ea typeface="Bookman Old Style"/>
                <a:cs typeface="Bookman Old Style"/>
                <a:sym typeface="Bookman Old Style"/>
              </a:defRPr>
            </a:lvl6pPr>
            <a:lvl7pPr marL="1828800" marR="0" lvl="6" indent="-123825" algn="l" rtl="0">
              <a:spcBef>
                <a:spcPts val="300"/>
              </a:spcBef>
              <a:buClr>
                <a:srgbClr val="646C8F"/>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7pPr>
            <a:lvl8pPr marL="2011679" marR="0" lvl="7" indent="-116204" algn="l" rtl="0">
              <a:spcBef>
                <a:spcPts val="300"/>
              </a:spcBef>
              <a:buClr>
                <a:srgbClr val="BABABA"/>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8pPr>
            <a:lvl9pPr marL="2194560" marR="0" lvl="8" indent="-130810" algn="l" rtl="0">
              <a:spcBef>
                <a:spcPts val="300"/>
              </a:spcBef>
              <a:buClr>
                <a:srgbClr val="9FB8CD"/>
              </a:buClr>
              <a:buSzPct val="75000"/>
              <a:buFont typeface="Bookman Old Style"/>
              <a:buChar char="▶"/>
              <a:defRPr sz="1200" b="0" i="0" u="none" strike="noStrike" cap="none">
                <a:solidFill>
                  <a:schemeClr val="dk1"/>
                </a:solidFill>
                <a:latin typeface="Bookman Old Style"/>
                <a:ea typeface="Bookman Old Style"/>
                <a:cs typeface="Bookman Old Style"/>
                <a:sym typeface="Bookman Old Style"/>
              </a:defRPr>
            </a:lvl9pPr>
          </a:lstStyle>
          <a:p>
            <a:endParaRPr dirty="0"/>
          </a:p>
        </p:txBody>
      </p:sp>
      <p:sp>
        <p:nvSpPr>
          <p:cNvPr id="53" name="Shape 53"/>
          <p:cNvSpPr txBox="1">
            <a:spLocks noGrp="1"/>
          </p:cNvSpPr>
          <p:nvPr>
            <p:ph type="dt" idx="10"/>
          </p:nvPr>
        </p:nvSpPr>
        <p:spPr>
          <a:xfrm>
            <a:off x="8534401" y="6356351"/>
            <a:ext cx="3052063" cy="365759"/>
          </a:xfrm>
          <a:prstGeom prst="rect">
            <a:avLst/>
          </a:prstGeom>
          <a:noFill/>
          <a:ln>
            <a:noFill/>
          </a:ln>
        </p:spPr>
        <p:txBody>
          <a:bodyPr lIns="91425" tIns="91425" rIns="91425" bIns="91425" anchor="t" anchorCtr="0"/>
          <a:lstStyle>
            <a:lvl1pPr marL="0" marR="0" lvl="0" indent="0" algn="l" rtl="0">
              <a:spcBef>
                <a:spcPts val="0"/>
              </a:spcBef>
              <a:buNone/>
              <a:defRPr sz="1400">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endParaRPr lang="en-US" dirty="0"/>
          </a:p>
        </p:txBody>
      </p:sp>
      <p:sp>
        <p:nvSpPr>
          <p:cNvPr id="54" name="Shape 54"/>
          <p:cNvSpPr txBox="1">
            <a:spLocks noGrp="1"/>
          </p:cNvSpPr>
          <p:nvPr>
            <p:ph type="ftr" idx="11"/>
          </p:nvPr>
        </p:nvSpPr>
        <p:spPr>
          <a:xfrm>
            <a:off x="3864864" y="6356351"/>
            <a:ext cx="4673600" cy="365759"/>
          </a:xfrm>
          <a:prstGeom prst="rect">
            <a:avLst/>
          </a:prstGeom>
          <a:noFill/>
          <a:ln>
            <a:noFill/>
          </a:ln>
        </p:spPr>
        <p:txBody>
          <a:bodyPr lIns="91425" tIns="91425" rIns="91425" bIns="91425" anchor="t" anchorCtr="0"/>
          <a:lstStyle>
            <a:lvl1pPr marL="0" marR="0" lvl="0" indent="0" algn="r" rtl="0">
              <a:spcBef>
                <a:spcPts val="0"/>
              </a:spcBef>
              <a:buNone/>
              <a:defRPr sz="1400">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r>
              <a:rPr lang="fr-FR" dirty="0"/>
              <a:t>Md. Rezaul Islam, Lecturer, DIU</a:t>
            </a:r>
          </a:p>
        </p:txBody>
      </p:sp>
      <p:sp>
        <p:nvSpPr>
          <p:cNvPr id="55" name="Shape 55"/>
          <p:cNvSpPr txBox="1">
            <a:spLocks noGrp="1"/>
          </p:cNvSpPr>
          <p:nvPr>
            <p:ph type="sldNum" idx="12"/>
          </p:nvPr>
        </p:nvSpPr>
        <p:spPr>
          <a:xfrm>
            <a:off x="816863" y="6356351"/>
            <a:ext cx="2641599" cy="365759"/>
          </a:xfrm>
          <a:prstGeom prst="rect">
            <a:avLst/>
          </a:prstGeom>
          <a:noFill/>
          <a:ln>
            <a:noFill/>
          </a:ln>
        </p:spPr>
        <p:txBody>
          <a:bodyPr lIns="91425" tIns="45700" rIns="91425" bIns="45700" anchor="t" anchorCtr="0">
            <a:noAutofit/>
          </a:bodyPr>
          <a:lstStyle>
            <a:lvl1pPr>
              <a:defRPr>
                <a:latin typeface="Bookman Old Style" panose="02050604050505020204" pitchFamily="18" charset="0"/>
              </a:defRPr>
            </a:lvl1pPr>
          </a:lstStyle>
          <a:p>
            <a:pPr>
              <a:buSzPct val="25000"/>
            </a:pPr>
            <a:fld id="{00000000-1234-1234-1234-123412341234}" type="slidenum">
              <a:rPr lang="en-GB" smtClean="0">
                <a:solidFill>
                  <a:schemeClr val="dk2"/>
                </a:solidFill>
                <a:ea typeface="Bookman Old Style"/>
                <a:cs typeface="Bookman Old Style"/>
                <a:sym typeface="Bookman Old Style"/>
              </a:rPr>
              <a:pPr>
                <a:buSzPct val="25000"/>
              </a:pPr>
              <a:t>‹#›</a:t>
            </a:fld>
            <a:endParaRPr lang="en-GB" dirty="0">
              <a:solidFill>
                <a:schemeClr val="dk2"/>
              </a:solidFill>
              <a:ea typeface="Bookman Old Style"/>
              <a:cs typeface="Bookman Old Style"/>
              <a:sym typeface="Bookman Old Style"/>
            </a:endParaRPr>
          </a:p>
        </p:txBody>
      </p:sp>
      <p:sp>
        <p:nvSpPr>
          <p:cNvPr id="56" name="Shape 56"/>
          <p:cNvSpPr txBox="1">
            <a:spLocks noGrp="1"/>
          </p:cNvSpPr>
          <p:nvPr>
            <p:ph type="body" idx="3"/>
          </p:nvPr>
        </p:nvSpPr>
        <p:spPr>
          <a:xfrm>
            <a:off x="609601" y="2133600"/>
            <a:ext cx="5384799" cy="4038599"/>
          </a:xfrm>
          <a:prstGeom prst="rect">
            <a:avLst/>
          </a:prstGeom>
          <a:noFill/>
          <a:ln>
            <a:noFill/>
          </a:ln>
        </p:spPr>
        <p:txBody>
          <a:bodyPr lIns="91425" tIns="91425" rIns="91425" bIns="91425" anchor="t" anchorCtr="0"/>
          <a:lstStyle>
            <a:lvl1pPr marL="274320" marR="0" lvl="0" indent="-148844" algn="l" rtl="0">
              <a:spcBef>
                <a:spcPts val="600"/>
              </a:spcBef>
              <a:buClr>
                <a:schemeClr val="accent1"/>
              </a:buClr>
              <a:buSzPct val="76000"/>
              <a:buFont typeface="Bookman Old Style"/>
              <a:buChar char="▶"/>
              <a:defRPr sz="2600" b="0" i="0" u="none" strike="noStrike" cap="none">
                <a:solidFill>
                  <a:schemeClr val="dk1"/>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548640" marR="0" lvl="1" indent="-170942" algn="l" rtl="0">
              <a:spcBef>
                <a:spcPts val="500"/>
              </a:spcBef>
              <a:buClr>
                <a:schemeClr val="accent2"/>
              </a:buClr>
              <a:buSzPct val="76000"/>
              <a:buFont typeface="Bookman Old Style"/>
              <a:buChar char="▶"/>
              <a:defRPr sz="2300" b="0" i="0" u="none" strike="noStrike" cap="none">
                <a:solidFill>
                  <a:schemeClr val="dk2"/>
                </a:solidFill>
                <a:latin typeface="Bookman Old Style"/>
                <a:ea typeface="Bookman Old Style"/>
                <a:cs typeface="Bookman Old Style"/>
                <a:sym typeface="Bookman Old Style"/>
              </a:defRPr>
            </a:lvl2pPr>
            <a:lvl3pPr marL="822960" marR="0" lvl="2" indent="-142240" algn="l" rtl="0">
              <a:spcBef>
                <a:spcPts val="500"/>
              </a:spcBef>
              <a:buClr>
                <a:srgbClr val="BABABA"/>
              </a:buClr>
              <a:buSzPct val="76000"/>
              <a:buFont typeface="Bookman Old Style"/>
              <a:buChar char="▶"/>
              <a:defRPr sz="2000" b="0" i="0" u="none" strike="noStrike" cap="none">
                <a:solidFill>
                  <a:schemeClr val="dk1"/>
                </a:solidFill>
                <a:latin typeface="Bookman Old Style"/>
                <a:ea typeface="Bookman Old Style"/>
                <a:cs typeface="Bookman Old Style"/>
                <a:sym typeface="Bookman Old Style"/>
              </a:defRPr>
            </a:lvl3pPr>
            <a:lvl4pPr marL="1097280" marR="0" lvl="3" indent="-153669" algn="l" rtl="0">
              <a:spcBef>
                <a:spcPts val="400"/>
              </a:spcBef>
              <a:buClr>
                <a:srgbClr val="8BA1B3"/>
              </a:buClr>
              <a:buSzPct val="70000"/>
              <a:buFont typeface="Bookman Old Style"/>
              <a:buChar char="◻"/>
              <a:defRPr sz="1800" b="0" i="0" u="none" strike="noStrike" cap="none">
                <a:solidFill>
                  <a:schemeClr val="dk1"/>
                </a:solidFill>
                <a:latin typeface="Bookman Old Style"/>
                <a:ea typeface="Bookman Old Style"/>
                <a:cs typeface="Bookman Old Style"/>
                <a:sym typeface="Bookman Old Style"/>
              </a:defRPr>
            </a:lvl4pPr>
            <a:lvl5pPr marL="1371600" marR="0" lvl="4" indent="-157480" algn="l" rtl="0">
              <a:spcBef>
                <a:spcPts val="300"/>
              </a:spcBef>
              <a:buClr>
                <a:schemeClr val="accent2"/>
              </a:buClr>
              <a:buSzPct val="70000"/>
              <a:buFont typeface="Bookman Old Style"/>
              <a:buChar char="◻"/>
              <a:defRPr sz="1600" b="0" i="0" u="none" strike="noStrike" cap="none">
                <a:solidFill>
                  <a:schemeClr val="dk1"/>
                </a:solidFill>
                <a:latin typeface="Bookman Old Style"/>
                <a:ea typeface="Bookman Old Style"/>
                <a:cs typeface="Bookman Old Style"/>
                <a:sym typeface="Bookman Old Style"/>
              </a:defRPr>
            </a:lvl5pPr>
            <a:lvl6pPr marL="1645920" marR="0" lvl="5" indent="-109220" algn="l" rtl="0">
              <a:spcBef>
                <a:spcPts val="300"/>
              </a:spcBef>
              <a:buClr>
                <a:srgbClr val="8BA1B3"/>
              </a:buClr>
              <a:buSzPct val="75000"/>
              <a:buFont typeface="Bookman Old Style"/>
              <a:buChar char="▶"/>
              <a:defRPr sz="1600" b="0" i="0" u="none" strike="noStrike" cap="none">
                <a:solidFill>
                  <a:schemeClr val="dk1"/>
                </a:solidFill>
                <a:latin typeface="Bookman Old Style"/>
                <a:ea typeface="Bookman Old Style"/>
                <a:cs typeface="Bookman Old Style"/>
                <a:sym typeface="Bookman Old Style"/>
              </a:defRPr>
            </a:lvl6pPr>
            <a:lvl7pPr marL="1828800" marR="0" lvl="6" indent="-123825" algn="l" rtl="0">
              <a:spcBef>
                <a:spcPts val="300"/>
              </a:spcBef>
              <a:buClr>
                <a:srgbClr val="646C8F"/>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7pPr>
            <a:lvl8pPr marL="2011679" marR="0" lvl="7" indent="-116204" algn="l" rtl="0">
              <a:spcBef>
                <a:spcPts val="300"/>
              </a:spcBef>
              <a:buClr>
                <a:srgbClr val="BABABA"/>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8pPr>
            <a:lvl9pPr marL="2194560" marR="0" lvl="8" indent="-130810" algn="l" rtl="0">
              <a:spcBef>
                <a:spcPts val="300"/>
              </a:spcBef>
              <a:buClr>
                <a:srgbClr val="9FB8CD"/>
              </a:buClr>
              <a:buSzPct val="75000"/>
              <a:buFont typeface="Bookman Old Style"/>
              <a:buChar char="▶"/>
              <a:defRPr sz="1200" b="0" i="0" u="none" strike="noStrike" cap="none">
                <a:solidFill>
                  <a:schemeClr val="dk1"/>
                </a:solidFill>
                <a:latin typeface="Bookman Old Style"/>
                <a:ea typeface="Bookman Old Style"/>
                <a:cs typeface="Bookman Old Style"/>
                <a:sym typeface="Bookman Old Style"/>
              </a:defRPr>
            </a:lvl9pPr>
          </a:lstStyle>
          <a:p>
            <a:endParaRPr dirty="0"/>
          </a:p>
        </p:txBody>
      </p:sp>
      <p:sp>
        <p:nvSpPr>
          <p:cNvPr id="57" name="Shape 57"/>
          <p:cNvSpPr txBox="1">
            <a:spLocks noGrp="1"/>
          </p:cNvSpPr>
          <p:nvPr>
            <p:ph type="body" idx="4"/>
          </p:nvPr>
        </p:nvSpPr>
        <p:spPr>
          <a:xfrm>
            <a:off x="6197601" y="2133600"/>
            <a:ext cx="5384799" cy="4038599"/>
          </a:xfrm>
          <a:prstGeom prst="rect">
            <a:avLst/>
          </a:prstGeom>
          <a:noFill/>
          <a:ln>
            <a:noFill/>
          </a:ln>
        </p:spPr>
        <p:txBody>
          <a:bodyPr lIns="91425" tIns="91425" rIns="91425" bIns="91425" anchor="t" anchorCtr="0"/>
          <a:lstStyle>
            <a:lvl1pPr marL="274320" marR="0" lvl="0" indent="-148844" algn="l" rtl="0">
              <a:spcBef>
                <a:spcPts val="600"/>
              </a:spcBef>
              <a:buClr>
                <a:schemeClr val="accent1"/>
              </a:buClr>
              <a:buSzPct val="76000"/>
              <a:buFont typeface="Bookman Old Style"/>
              <a:buChar char="▶"/>
              <a:defRPr sz="2600" b="0" i="0" u="none" strike="noStrike" cap="none">
                <a:solidFill>
                  <a:schemeClr val="dk1"/>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548640" marR="0" lvl="1" indent="-170942" algn="l" rtl="0">
              <a:spcBef>
                <a:spcPts val="500"/>
              </a:spcBef>
              <a:buClr>
                <a:schemeClr val="accent2"/>
              </a:buClr>
              <a:buSzPct val="76000"/>
              <a:buFont typeface="Bookman Old Style"/>
              <a:buChar char="▶"/>
              <a:defRPr sz="2300" b="0" i="0" u="none" strike="noStrike" cap="none">
                <a:solidFill>
                  <a:schemeClr val="dk2"/>
                </a:solidFill>
                <a:latin typeface="Bookman Old Style"/>
                <a:ea typeface="Bookman Old Style"/>
                <a:cs typeface="Bookman Old Style"/>
                <a:sym typeface="Bookman Old Style"/>
              </a:defRPr>
            </a:lvl2pPr>
            <a:lvl3pPr marL="822960" marR="0" lvl="2" indent="-142240" algn="l" rtl="0">
              <a:spcBef>
                <a:spcPts val="500"/>
              </a:spcBef>
              <a:buClr>
                <a:srgbClr val="BABABA"/>
              </a:buClr>
              <a:buSzPct val="76000"/>
              <a:buFont typeface="Bookman Old Style"/>
              <a:buChar char="▶"/>
              <a:defRPr sz="2000" b="0" i="0" u="none" strike="noStrike" cap="none">
                <a:solidFill>
                  <a:schemeClr val="dk1"/>
                </a:solidFill>
                <a:latin typeface="Bookman Old Style"/>
                <a:ea typeface="Bookman Old Style"/>
                <a:cs typeface="Bookman Old Style"/>
                <a:sym typeface="Bookman Old Style"/>
              </a:defRPr>
            </a:lvl3pPr>
            <a:lvl4pPr marL="1097280" marR="0" lvl="3" indent="-153669" algn="l" rtl="0">
              <a:spcBef>
                <a:spcPts val="400"/>
              </a:spcBef>
              <a:buClr>
                <a:srgbClr val="8BA1B3"/>
              </a:buClr>
              <a:buSzPct val="70000"/>
              <a:buFont typeface="Bookman Old Style"/>
              <a:buChar char="◻"/>
              <a:defRPr sz="1800" b="0" i="0" u="none" strike="noStrike" cap="none">
                <a:solidFill>
                  <a:schemeClr val="dk1"/>
                </a:solidFill>
                <a:latin typeface="Bookman Old Style"/>
                <a:ea typeface="Bookman Old Style"/>
                <a:cs typeface="Bookman Old Style"/>
                <a:sym typeface="Bookman Old Style"/>
              </a:defRPr>
            </a:lvl4pPr>
            <a:lvl5pPr marL="1371600" marR="0" lvl="4" indent="-157480" algn="l" rtl="0">
              <a:spcBef>
                <a:spcPts val="300"/>
              </a:spcBef>
              <a:buClr>
                <a:schemeClr val="accent2"/>
              </a:buClr>
              <a:buSzPct val="70000"/>
              <a:buFont typeface="Bookman Old Style"/>
              <a:buChar char="◻"/>
              <a:defRPr sz="1600" b="0" i="0" u="none" strike="noStrike" cap="none">
                <a:solidFill>
                  <a:schemeClr val="dk1"/>
                </a:solidFill>
                <a:latin typeface="Bookman Old Style"/>
                <a:ea typeface="Bookman Old Style"/>
                <a:cs typeface="Bookman Old Style"/>
                <a:sym typeface="Bookman Old Style"/>
              </a:defRPr>
            </a:lvl5pPr>
            <a:lvl6pPr marL="1645920" marR="0" lvl="5" indent="-109220" algn="l" rtl="0">
              <a:spcBef>
                <a:spcPts val="300"/>
              </a:spcBef>
              <a:buClr>
                <a:srgbClr val="8BA1B3"/>
              </a:buClr>
              <a:buSzPct val="75000"/>
              <a:buFont typeface="Bookman Old Style"/>
              <a:buChar char="▶"/>
              <a:defRPr sz="1600" b="0" i="0" u="none" strike="noStrike" cap="none">
                <a:solidFill>
                  <a:schemeClr val="dk1"/>
                </a:solidFill>
                <a:latin typeface="Bookman Old Style"/>
                <a:ea typeface="Bookman Old Style"/>
                <a:cs typeface="Bookman Old Style"/>
                <a:sym typeface="Bookman Old Style"/>
              </a:defRPr>
            </a:lvl6pPr>
            <a:lvl7pPr marL="1828800" marR="0" lvl="6" indent="-123825" algn="l" rtl="0">
              <a:spcBef>
                <a:spcPts val="300"/>
              </a:spcBef>
              <a:buClr>
                <a:srgbClr val="646C8F"/>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7pPr>
            <a:lvl8pPr marL="2011679" marR="0" lvl="7" indent="-116204" algn="l" rtl="0">
              <a:spcBef>
                <a:spcPts val="300"/>
              </a:spcBef>
              <a:buClr>
                <a:srgbClr val="BABABA"/>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8pPr>
            <a:lvl9pPr marL="2194560" marR="0" lvl="8" indent="-130810" algn="l" rtl="0">
              <a:spcBef>
                <a:spcPts val="300"/>
              </a:spcBef>
              <a:buClr>
                <a:srgbClr val="9FB8CD"/>
              </a:buClr>
              <a:buSzPct val="75000"/>
              <a:buFont typeface="Bookman Old Style"/>
              <a:buChar char="▶"/>
              <a:defRPr sz="1200" b="0" i="0" u="none" strike="noStrike" cap="none">
                <a:solidFill>
                  <a:schemeClr val="dk1"/>
                </a:solidFill>
                <a:latin typeface="Bookman Old Style"/>
                <a:ea typeface="Bookman Old Style"/>
                <a:cs typeface="Bookman Old Style"/>
                <a:sym typeface="Bookman Old Styl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58"/>
        <p:cNvGrpSpPr/>
        <p:nvPr/>
      </p:nvGrpSpPr>
      <p:grpSpPr>
        <a:xfrm>
          <a:off x="0" y="0"/>
          <a:ext cx="0" cy="0"/>
          <a:chOff x="0" y="0"/>
          <a:chExt cx="0" cy="0"/>
        </a:xfrm>
      </p:grpSpPr>
      <p:sp>
        <p:nvSpPr>
          <p:cNvPr id="59" name="Shape 59"/>
          <p:cNvSpPr txBox="1">
            <a:spLocks noGrp="1"/>
          </p:cNvSpPr>
          <p:nvPr>
            <p:ph type="title"/>
          </p:nvPr>
        </p:nvSpPr>
        <p:spPr>
          <a:xfrm>
            <a:off x="609600" y="228600"/>
            <a:ext cx="10972800" cy="914400"/>
          </a:xfrm>
          <a:prstGeom prst="rect">
            <a:avLst/>
          </a:prstGeom>
          <a:noFill/>
          <a:ln>
            <a:noFill/>
          </a:ln>
        </p:spPr>
        <p:txBody>
          <a:bodyPr lIns="91425" tIns="91425" rIns="91425" bIns="91425" anchor="b" anchorCtr="0"/>
          <a:lstStyle>
            <a:lvl1pPr marL="0" marR="0" lvl="0" indent="0" algn="l" rtl="0">
              <a:spcBef>
                <a:spcPts val="0"/>
              </a:spcBef>
              <a:buClr>
                <a:schemeClr val="dk2"/>
              </a:buClr>
              <a:buFont typeface="Domine"/>
              <a:buNone/>
              <a:defRPr sz="3200" b="0" i="0" u="none" strike="noStrike" cap="none">
                <a:solidFill>
                  <a:schemeClr val="dk2"/>
                </a:solidFill>
                <a:latin typeface="Domine"/>
                <a:ea typeface="Domine"/>
                <a:cs typeface="Domine"/>
                <a:sym typeface="Domine"/>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0" name="Shape 60"/>
          <p:cNvSpPr txBox="1">
            <a:spLocks noGrp="1"/>
          </p:cNvSpPr>
          <p:nvPr>
            <p:ph type="dt" idx="10"/>
          </p:nvPr>
        </p:nvSpPr>
        <p:spPr>
          <a:xfrm>
            <a:off x="8534401" y="6356351"/>
            <a:ext cx="3052063" cy="365759"/>
          </a:xfrm>
          <a:prstGeom prst="rect">
            <a:avLst/>
          </a:prstGeom>
          <a:noFill/>
          <a:ln>
            <a:noFill/>
          </a:ln>
        </p:spPr>
        <p:txBody>
          <a:bodyPr lIns="91425" tIns="91425" rIns="91425" bIns="91425" anchor="t" anchorCtr="0"/>
          <a:lstStyle>
            <a:lvl1pPr marL="0" marR="0" lvl="0" indent="0" algn="l" rtl="0">
              <a:spcBef>
                <a:spcPts val="0"/>
              </a:spcBef>
              <a:buNone/>
              <a:defRPr sz="1400">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endParaRPr lang="en-US" dirty="0"/>
          </a:p>
        </p:txBody>
      </p:sp>
      <p:sp>
        <p:nvSpPr>
          <p:cNvPr id="61" name="Shape 61"/>
          <p:cNvSpPr txBox="1">
            <a:spLocks noGrp="1"/>
          </p:cNvSpPr>
          <p:nvPr>
            <p:ph type="ftr" idx="11"/>
          </p:nvPr>
        </p:nvSpPr>
        <p:spPr>
          <a:xfrm>
            <a:off x="3864864" y="6356351"/>
            <a:ext cx="4673600" cy="365759"/>
          </a:xfrm>
          <a:prstGeom prst="rect">
            <a:avLst/>
          </a:prstGeom>
          <a:noFill/>
          <a:ln>
            <a:noFill/>
          </a:ln>
        </p:spPr>
        <p:txBody>
          <a:bodyPr lIns="91425" tIns="91425" rIns="91425" bIns="91425" anchor="t" anchorCtr="0"/>
          <a:lstStyle>
            <a:lvl1pPr marL="0" marR="0" lvl="0" indent="0" algn="r" rtl="0">
              <a:spcBef>
                <a:spcPts val="0"/>
              </a:spcBef>
              <a:buNone/>
              <a:defRPr sz="1400">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r>
              <a:rPr lang="fr-FR" dirty="0"/>
              <a:t>Md. Rezaul Islam, Lecturer, DIU</a:t>
            </a:r>
          </a:p>
        </p:txBody>
      </p:sp>
      <p:sp>
        <p:nvSpPr>
          <p:cNvPr id="62" name="Shape 62"/>
          <p:cNvSpPr txBox="1">
            <a:spLocks noGrp="1"/>
          </p:cNvSpPr>
          <p:nvPr>
            <p:ph type="sldNum" idx="12"/>
          </p:nvPr>
        </p:nvSpPr>
        <p:spPr>
          <a:xfrm>
            <a:off x="816863" y="6356351"/>
            <a:ext cx="2641599" cy="365759"/>
          </a:xfrm>
          <a:prstGeom prst="rect">
            <a:avLst/>
          </a:prstGeom>
          <a:noFill/>
          <a:ln>
            <a:noFill/>
          </a:ln>
        </p:spPr>
        <p:txBody>
          <a:bodyPr lIns="91425" tIns="45700" rIns="91425" bIns="45700" anchor="t" anchorCtr="0">
            <a:noAutofit/>
          </a:bodyPr>
          <a:lstStyle>
            <a:lvl1pPr>
              <a:defRPr>
                <a:latin typeface="Bookman Old Style" panose="02050604050505020204" pitchFamily="18" charset="0"/>
              </a:defRPr>
            </a:lvl1pPr>
          </a:lstStyle>
          <a:p>
            <a:pPr>
              <a:buSzPct val="25000"/>
            </a:pPr>
            <a:fld id="{00000000-1234-1234-1234-123412341234}" type="slidenum">
              <a:rPr lang="en-GB" smtClean="0">
                <a:solidFill>
                  <a:schemeClr val="dk2"/>
                </a:solidFill>
                <a:ea typeface="Bookman Old Style"/>
                <a:cs typeface="Bookman Old Style"/>
                <a:sym typeface="Bookman Old Style"/>
              </a:rPr>
              <a:pPr>
                <a:buSzPct val="25000"/>
              </a:pPr>
              <a:t>‹#›</a:t>
            </a:fld>
            <a:endParaRPr lang="en-GB" dirty="0">
              <a:solidFill>
                <a:schemeClr val="dk2"/>
              </a:solidFill>
              <a:ea typeface="Bookman Old Style"/>
              <a:cs typeface="Bookman Old Style"/>
              <a:sym typeface="Bookman Old Style"/>
            </a:endParaRPr>
          </a:p>
        </p:txBody>
      </p:sp>
      <p:sp>
        <p:nvSpPr>
          <p:cNvPr id="63" name="Shape 63"/>
          <p:cNvSpPr/>
          <p:nvPr/>
        </p:nvSpPr>
        <p:spPr>
          <a:xfrm rot="5400000">
            <a:off x="590608" y="6447423"/>
            <a:ext cx="190849" cy="160417"/>
          </a:xfrm>
          <a:prstGeom prst="triangle">
            <a:avLst>
              <a:gd name="adj" fmla="val 50000"/>
            </a:avLst>
          </a:prstGeom>
          <a:solidFill>
            <a:schemeClr val="accent2"/>
          </a:solidFill>
          <a:ln>
            <a:noFill/>
          </a:ln>
        </p:spPr>
        <p:txBody>
          <a:bodyPr lIns="91425" tIns="45700" rIns="91425" bIns="45700" anchor="ctr" anchorCtr="0">
            <a:noAutofit/>
          </a:bodyPr>
          <a:lstStyle/>
          <a:p>
            <a:pPr marL="0" marR="0" lvl="0" indent="0" algn="ctr" rtl="0">
              <a:spcBef>
                <a:spcPts val="0"/>
              </a:spcBef>
              <a:buNone/>
            </a:pPr>
            <a:endParaRPr sz="1800" dirty="0">
              <a:solidFill>
                <a:schemeClr val="lt1"/>
              </a:solidFill>
              <a:latin typeface="Bookman Old Style" panose="02050604050505020204" pitchFamily="18" charset="0"/>
              <a:ea typeface="Bookman Old Style"/>
              <a:cs typeface="Bookman Old Style"/>
              <a:sym typeface="Bookman Old Style"/>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4"/>
        <p:cNvGrpSpPr/>
        <p:nvPr/>
      </p:nvGrpSpPr>
      <p:grpSpPr>
        <a:xfrm>
          <a:off x="0" y="0"/>
          <a:ext cx="0" cy="0"/>
          <a:chOff x="0" y="0"/>
          <a:chExt cx="0" cy="0"/>
        </a:xfrm>
      </p:grpSpPr>
      <p:sp>
        <p:nvSpPr>
          <p:cNvPr id="65" name="Shape 65"/>
          <p:cNvSpPr txBox="1">
            <a:spLocks noGrp="1"/>
          </p:cNvSpPr>
          <p:nvPr>
            <p:ph type="dt" idx="10"/>
          </p:nvPr>
        </p:nvSpPr>
        <p:spPr>
          <a:xfrm>
            <a:off x="8534401" y="6356351"/>
            <a:ext cx="3052063" cy="365759"/>
          </a:xfrm>
          <a:prstGeom prst="rect">
            <a:avLst/>
          </a:prstGeom>
          <a:noFill/>
          <a:ln>
            <a:noFill/>
          </a:ln>
        </p:spPr>
        <p:txBody>
          <a:bodyPr lIns="91425" tIns="91425" rIns="91425" bIns="91425" anchor="t" anchorCtr="0"/>
          <a:lstStyle>
            <a:lvl1pPr marL="0" marR="0" lvl="0" indent="0" algn="l" rtl="0">
              <a:spcBef>
                <a:spcPts val="0"/>
              </a:spcBef>
              <a:buNone/>
              <a:defRPr sz="1400">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endParaRPr lang="en-US" dirty="0"/>
          </a:p>
        </p:txBody>
      </p:sp>
      <p:sp>
        <p:nvSpPr>
          <p:cNvPr id="66" name="Shape 66"/>
          <p:cNvSpPr txBox="1">
            <a:spLocks noGrp="1"/>
          </p:cNvSpPr>
          <p:nvPr>
            <p:ph type="ftr" idx="11"/>
          </p:nvPr>
        </p:nvSpPr>
        <p:spPr>
          <a:xfrm>
            <a:off x="3864864" y="6356351"/>
            <a:ext cx="4673600" cy="365759"/>
          </a:xfrm>
          <a:prstGeom prst="rect">
            <a:avLst/>
          </a:prstGeom>
          <a:noFill/>
          <a:ln>
            <a:noFill/>
          </a:ln>
        </p:spPr>
        <p:txBody>
          <a:bodyPr lIns="91425" tIns="91425" rIns="91425" bIns="91425" anchor="t" anchorCtr="0"/>
          <a:lstStyle>
            <a:lvl1pPr marL="0" marR="0" lvl="0" indent="0" algn="r" rtl="0">
              <a:spcBef>
                <a:spcPts val="0"/>
              </a:spcBef>
              <a:buNone/>
              <a:defRPr sz="1400">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r>
              <a:rPr lang="fr-FR" dirty="0"/>
              <a:t>Md. Rezaul Islam, Lecturer, DIU</a:t>
            </a:r>
          </a:p>
        </p:txBody>
      </p:sp>
      <p:sp>
        <p:nvSpPr>
          <p:cNvPr id="67" name="Shape 67"/>
          <p:cNvSpPr txBox="1">
            <a:spLocks noGrp="1"/>
          </p:cNvSpPr>
          <p:nvPr>
            <p:ph type="sldNum" idx="12"/>
          </p:nvPr>
        </p:nvSpPr>
        <p:spPr>
          <a:xfrm>
            <a:off x="816863" y="6356351"/>
            <a:ext cx="2641599" cy="365759"/>
          </a:xfrm>
          <a:prstGeom prst="rect">
            <a:avLst/>
          </a:prstGeom>
          <a:noFill/>
          <a:ln>
            <a:noFill/>
          </a:ln>
        </p:spPr>
        <p:txBody>
          <a:bodyPr lIns="91425" tIns="45700" rIns="91425" bIns="45700" anchor="t" anchorCtr="0">
            <a:noAutofit/>
          </a:bodyPr>
          <a:lstStyle>
            <a:lvl1pPr>
              <a:defRPr>
                <a:latin typeface="Bookman Old Style" panose="02050604050505020204" pitchFamily="18" charset="0"/>
              </a:defRPr>
            </a:lvl1pPr>
          </a:lstStyle>
          <a:p>
            <a:pPr>
              <a:buSzPct val="25000"/>
            </a:pPr>
            <a:fld id="{00000000-1234-1234-1234-123412341234}" type="slidenum">
              <a:rPr lang="en-GB" smtClean="0">
                <a:solidFill>
                  <a:schemeClr val="dk2"/>
                </a:solidFill>
                <a:ea typeface="Bookman Old Style"/>
                <a:cs typeface="Bookman Old Style"/>
                <a:sym typeface="Bookman Old Style"/>
              </a:rPr>
              <a:pPr>
                <a:buSzPct val="25000"/>
              </a:pPr>
              <a:t>‹#›</a:t>
            </a:fld>
            <a:endParaRPr lang="en-GB" dirty="0">
              <a:solidFill>
                <a:schemeClr val="dk2"/>
              </a:solidFill>
              <a:ea typeface="Bookman Old Style"/>
              <a:cs typeface="Bookman Old Style"/>
              <a:sym typeface="Bookman Old Style"/>
            </a:endParaRPr>
          </a:p>
        </p:txBody>
      </p:sp>
      <p:cxnSp>
        <p:nvCxnSpPr>
          <p:cNvPr id="68" name="Shape 68"/>
          <p:cNvCxnSpPr/>
          <p:nvPr/>
        </p:nvCxnSpPr>
        <p:spPr>
          <a:xfrm>
            <a:off x="609600" y="6353175"/>
            <a:ext cx="10972800" cy="0"/>
          </a:xfrm>
          <a:prstGeom prst="straightConnector1">
            <a:avLst/>
          </a:prstGeom>
          <a:noFill/>
          <a:ln w="9525" cap="flat" cmpd="sng">
            <a:solidFill>
              <a:schemeClr val="accent2"/>
            </a:solidFill>
            <a:prstDash val="dash"/>
            <a:round/>
            <a:headEnd type="none" w="med" len="med"/>
            <a:tailEnd type="none" w="med" len="med"/>
          </a:ln>
        </p:spPr>
      </p:cxnSp>
      <p:sp>
        <p:nvSpPr>
          <p:cNvPr id="69" name="Shape 69"/>
          <p:cNvSpPr/>
          <p:nvPr/>
        </p:nvSpPr>
        <p:spPr>
          <a:xfrm rot="5400000">
            <a:off x="590608" y="6447423"/>
            <a:ext cx="190849" cy="160417"/>
          </a:xfrm>
          <a:prstGeom prst="triangle">
            <a:avLst>
              <a:gd name="adj" fmla="val 50000"/>
            </a:avLst>
          </a:prstGeom>
          <a:solidFill>
            <a:schemeClr val="accent2"/>
          </a:solidFill>
          <a:ln>
            <a:noFill/>
          </a:ln>
        </p:spPr>
        <p:txBody>
          <a:bodyPr lIns="91425" tIns="45700" rIns="91425" bIns="45700" anchor="ctr" anchorCtr="0">
            <a:noAutofit/>
          </a:bodyPr>
          <a:lstStyle/>
          <a:p>
            <a:pPr marL="0" marR="0" lvl="0" indent="0" algn="ctr" rtl="0">
              <a:spcBef>
                <a:spcPts val="0"/>
              </a:spcBef>
              <a:buNone/>
            </a:pPr>
            <a:endParaRPr sz="1800" dirty="0">
              <a:solidFill>
                <a:schemeClr val="lt1"/>
              </a:solidFill>
              <a:latin typeface="Bookman Old Style" panose="02050604050505020204" pitchFamily="18" charset="0"/>
              <a:ea typeface="Bookman Old Style"/>
              <a:cs typeface="Bookman Old Style"/>
              <a:sym typeface="Bookman Old Style"/>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8432801" y="304801"/>
            <a:ext cx="3352799" cy="838199"/>
          </a:xfrm>
          <a:prstGeom prst="rect">
            <a:avLst/>
          </a:prstGeom>
          <a:noFill/>
          <a:ln>
            <a:noFill/>
          </a:ln>
        </p:spPr>
        <p:txBody>
          <a:bodyPr lIns="91425" tIns="91425" rIns="91425" bIns="91425" anchor="b" anchorCtr="0"/>
          <a:lstStyle>
            <a:lvl1pPr marL="0" marR="0" lvl="0" indent="0" algn="l" rtl="0">
              <a:spcBef>
                <a:spcPts val="0"/>
              </a:spcBef>
              <a:buClr>
                <a:schemeClr val="dk2"/>
              </a:buClr>
              <a:buFont typeface="Bookman Old Style"/>
              <a:buNone/>
              <a:defRPr sz="2000" b="1" i="0" u="none" strike="noStrike" cap="none">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2" name="Shape 72"/>
          <p:cNvSpPr txBox="1">
            <a:spLocks noGrp="1"/>
          </p:cNvSpPr>
          <p:nvPr>
            <p:ph type="body" idx="1"/>
          </p:nvPr>
        </p:nvSpPr>
        <p:spPr>
          <a:xfrm>
            <a:off x="8432801" y="1219200"/>
            <a:ext cx="3352799" cy="4843462"/>
          </a:xfrm>
          <a:prstGeom prst="rect">
            <a:avLst/>
          </a:prstGeom>
          <a:noFill/>
          <a:ln>
            <a:noFill/>
          </a:ln>
        </p:spPr>
        <p:txBody>
          <a:bodyPr lIns="91425" tIns="91425" rIns="91425" bIns="91425" anchor="t" anchorCtr="0"/>
          <a:lstStyle>
            <a:lvl1pPr marL="0" marR="0" lvl="0" indent="0" algn="l" rtl="0">
              <a:lnSpc>
                <a:spcPct val="137500"/>
              </a:lnSpc>
              <a:spcBef>
                <a:spcPts val="600"/>
              </a:spcBef>
              <a:spcAft>
                <a:spcPts val="1000"/>
              </a:spcAft>
              <a:buClr>
                <a:schemeClr val="accent1"/>
              </a:buClr>
              <a:buFont typeface="Bookman Old Style"/>
              <a:buNone/>
              <a:defRPr sz="1600" b="0" i="0" u="none" strike="noStrike" cap="none">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548640" marR="0" lvl="1" indent="-281940" algn="l" rtl="0">
              <a:spcBef>
                <a:spcPts val="500"/>
              </a:spcBef>
              <a:buClr>
                <a:schemeClr val="accent2"/>
              </a:buClr>
              <a:buFont typeface="Bookman Old Style"/>
              <a:buNone/>
              <a:defRPr sz="1200" b="0" i="0" u="none" strike="noStrike" cap="none">
                <a:solidFill>
                  <a:schemeClr val="dk2"/>
                </a:solidFill>
                <a:latin typeface="Bookman Old Style"/>
                <a:ea typeface="Bookman Old Style"/>
                <a:cs typeface="Bookman Old Style"/>
                <a:sym typeface="Bookman Old Style"/>
              </a:defRPr>
            </a:lvl2pPr>
            <a:lvl3pPr marL="822960" marR="0" lvl="2" indent="-238760" algn="l" rtl="0">
              <a:spcBef>
                <a:spcPts val="500"/>
              </a:spcBef>
              <a:buClr>
                <a:srgbClr val="BABABA"/>
              </a:buClr>
              <a:buFont typeface="Bookman Old Style"/>
              <a:buNone/>
              <a:defRPr sz="1000" b="0" i="0" u="none" strike="noStrike" cap="none">
                <a:solidFill>
                  <a:schemeClr val="dk1"/>
                </a:solidFill>
                <a:latin typeface="Bookman Old Style"/>
                <a:ea typeface="Bookman Old Style"/>
                <a:cs typeface="Bookman Old Style"/>
                <a:sym typeface="Bookman Old Style"/>
              </a:defRPr>
            </a:lvl3pPr>
            <a:lvl4pPr marL="1097280" marR="0" lvl="3" indent="-233680" algn="l" rtl="0">
              <a:spcBef>
                <a:spcPts val="400"/>
              </a:spcBef>
              <a:buClr>
                <a:srgbClr val="8BA1B3"/>
              </a:buClr>
              <a:buFont typeface="Bookman Old Style"/>
              <a:buNone/>
              <a:defRPr sz="900" b="0" i="0" u="none" strike="noStrike" cap="none">
                <a:solidFill>
                  <a:schemeClr val="dk1"/>
                </a:solidFill>
                <a:latin typeface="Bookman Old Style"/>
                <a:ea typeface="Bookman Old Style"/>
                <a:cs typeface="Bookman Old Style"/>
                <a:sym typeface="Bookman Old Style"/>
              </a:defRPr>
            </a:lvl4pPr>
            <a:lvl5pPr marL="1371600" marR="0" lvl="4" indent="-228600" algn="l" rtl="0">
              <a:spcBef>
                <a:spcPts val="300"/>
              </a:spcBef>
              <a:buClr>
                <a:schemeClr val="accent2"/>
              </a:buClr>
              <a:buFont typeface="Bookman Old Style"/>
              <a:buNone/>
              <a:defRPr sz="900" b="0" i="0" u="none" strike="noStrike" cap="none">
                <a:solidFill>
                  <a:schemeClr val="dk1"/>
                </a:solidFill>
                <a:latin typeface="Bookman Old Style"/>
                <a:ea typeface="Bookman Old Style"/>
                <a:cs typeface="Bookman Old Style"/>
                <a:sym typeface="Bookman Old Style"/>
              </a:defRPr>
            </a:lvl5pPr>
            <a:lvl6pPr marL="1645920" marR="0" lvl="5" indent="-109220" algn="l" rtl="0">
              <a:spcBef>
                <a:spcPts val="300"/>
              </a:spcBef>
              <a:buClr>
                <a:srgbClr val="8BA1B3"/>
              </a:buClr>
              <a:buSzPct val="75000"/>
              <a:buFont typeface="Bookman Old Style"/>
              <a:buChar char="▶"/>
              <a:defRPr sz="1600" b="0" i="0" u="none" strike="noStrike" cap="none">
                <a:solidFill>
                  <a:schemeClr val="dk1"/>
                </a:solidFill>
                <a:latin typeface="Bookman Old Style"/>
                <a:ea typeface="Bookman Old Style"/>
                <a:cs typeface="Bookman Old Style"/>
                <a:sym typeface="Bookman Old Style"/>
              </a:defRPr>
            </a:lvl6pPr>
            <a:lvl7pPr marL="1828800" marR="0" lvl="6" indent="-123825" algn="l" rtl="0">
              <a:spcBef>
                <a:spcPts val="300"/>
              </a:spcBef>
              <a:buClr>
                <a:srgbClr val="646C8F"/>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7pPr>
            <a:lvl8pPr marL="2011679" marR="0" lvl="7" indent="-116204" algn="l" rtl="0">
              <a:spcBef>
                <a:spcPts val="300"/>
              </a:spcBef>
              <a:buClr>
                <a:srgbClr val="BABABA"/>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8pPr>
            <a:lvl9pPr marL="2194560" marR="0" lvl="8" indent="-130810" algn="l" rtl="0">
              <a:spcBef>
                <a:spcPts val="300"/>
              </a:spcBef>
              <a:buClr>
                <a:srgbClr val="9FB8CD"/>
              </a:buClr>
              <a:buSzPct val="75000"/>
              <a:buFont typeface="Bookman Old Style"/>
              <a:buChar char="▶"/>
              <a:defRPr sz="1200" b="0" i="0" u="none" strike="noStrike" cap="none">
                <a:solidFill>
                  <a:schemeClr val="dk1"/>
                </a:solidFill>
                <a:latin typeface="Bookman Old Style"/>
                <a:ea typeface="Bookman Old Style"/>
                <a:cs typeface="Bookman Old Style"/>
                <a:sym typeface="Bookman Old Style"/>
              </a:defRPr>
            </a:lvl9pPr>
          </a:lstStyle>
          <a:p>
            <a:endParaRPr dirty="0"/>
          </a:p>
        </p:txBody>
      </p:sp>
      <p:sp>
        <p:nvSpPr>
          <p:cNvPr id="73" name="Shape 73"/>
          <p:cNvSpPr txBox="1">
            <a:spLocks noGrp="1"/>
          </p:cNvSpPr>
          <p:nvPr>
            <p:ph type="dt" idx="10"/>
          </p:nvPr>
        </p:nvSpPr>
        <p:spPr>
          <a:xfrm>
            <a:off x="8534401" y="6356351"/>
            <a:ext cx="3052063" cy="365759"/>
          </a:xfrm>
          <a:prstGeom prst="rect">
            <a:avLst/>
          </a:prstGeom>
          <a:noFill/>
          <a:ln>
            <a:noFill/>
          </a:ln>
        </p:spPr>
        <p:txBody>
          <a:bodyPr lIns="91425" tIns="91425" rIns="91425" bIns="91425" anchor="t" anchorCtr="0"/>
          <a:lstStyle>
            <a:lvl1pPr marL="0" marR="0" lvl="0" indent="0" algn="l" rtl="0">
              <a:spcBef>
                <a:spcPts val="0"/>
              </a:spcBef>
              <a:buNone/>
              <a:defRPr sz="1400">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endParaRPr lang="en-US" dirty="0"/>
          </a:p>
        </p:txBody>
      </p:sp>
      <p:sp>
        <p:nvSpPr>
          <p:cNvPr id="74" name="Shape 74"/>
          <p:cNvSpPr txBox="1">
            <a:spLocks noGrp="1"/>
          </p:cNvSpPr>
          <p:nvPr>
            <p:ph type="ftr" idx="11"/>
          </p:nvPr>
        </p:nvSpPr>
        <p:spPr>
          <a:xfrm>
            <a:off x="3864864" y="6356351"/>
            <a:ext cx="4673600" cy="365759"/>
          </a:xfrm>
          <a:prstGeom prst="rect">
            <a:avLst/>
          </a:prstGeom>
          <a:noFill/>
          <a:ln>
            <a:noFill/>
          </a:ln>
        </p:spPr>
        <p:txBody>
          <a:bodyPr lIns="91425" tIns="91425" rIns="91425" bIns="91425" anchor="t" anchorCtr="0"/>
          <a:lstStyle>
            <a:lvl1pPr marL="0" marR="0" lvl="0" indent="0" algn="r" rtl="0">
              <a:spcBef>
                <a:spcPts val="0"/>
              </a:spcBef>
              <a:buNone/>
              <a:defRPr sz="1400">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r>
              <a:rPr lang="fr-FR" dirty="0"/>
              <a:t>Md. Rezaul Islam, Lecturer, DIU</a:t>
            </a:r>
          </a:p>
        </p:txBody>
      </p:sp>
      <p:sp>
        <p:nvSpPr>
          <p:cNvPr id="75" name="Shape 75"/>
          <p:cNvSpPr txBox="1">
            <a:spLocks noGrp="1"/>
          </p:cNvSpPr>
          <p:nvPr>
            <p:ph type="sldNum" idx="12"/>
          </p:nvPr>
        </p:nvSpPr>
        <p:spPr>
          <a:xfrm>
            <a:off x="816863" y="6356351"/>
            <a:ext cx="2641599" cy="365759"/>
          </a:xfrm>
          <a:prstGeom prst="rect">
            <a:avLst/>
          </a:prstGeom>
          <a:noFill/>
          <a:ln>
            <a:noFill/>
          </a:ln>
        </p:spPr>
        <p:txBody>
          <a:bodyPr lIns="91425" tIns="45700" rIns="91425" bIns="45700" anchor="t" anchorCtr="0">
            <a:noAutofit/>
          </a:bodyPr>
          <a:lstStyle>
            <a:lvl1pPr>
              <a:defRPr>
                <a:latin typeface="Bookman Old Style" panose="02050604050505020204" pitchFamily="18" charset="0"/>
              </a:defRPr>
            </a:lvl1pPr>
          </a:lstStyle>
          <a:p>
            <a:pPr>
              <a:buSzPct val="25000"/>
            </a:pPr>
            <a:fld id="{00000000-1234-1234-1234-123412341234}" type="slidenum">
              <a:rPr lang="en-GB" smtClean="0">
                <a:solidFill>
                  <a:schemeClr val="dk2"/>
                </a:solidFill>
                <a:ea typeface="Bookman Old Style"/>
                <a:cs typeface="Bookman Old Style"/>
                <a:sym typeface="Bookman Old Style"/>
              </a:rPr>
              <a:pPr>
                <a:buSzPct val="25000"/>
              </a:pPr>
              <a:t>‹#›</a:t>
            </a:fld>
            <a:endParaRPr lang="en-GB" dirty="0">
              <a:solidFill>
                <a:schemeClr val="dk2"/>
              </a:solidFill>
              <a:ea typeface="Bookman Old Style"/>
              <a:cs typeface="Bookman Old Style"/>
              <a:sym typeface="Bookman Old Style"/>
            </a:endParaRPr>
          </a:p>
        </p:txBody>
      </p:sp>
      <p:cxnSp>
        <p:nvCxnSpPr>
          <p:cNvPr id="76" name="Shape 76"/>
          <p:cNvCxnSpPr/>
          <p:nvPr/>
        </p:nvCxnSpPr>
        <p:spPr>
          <a:xfrm>
            <a:off x="609600" y="6353175"/>
            <a:ext cx="10972800" cy="0"/>
          </a:xfrm>
          <a:prstGeom prst="straightConnector1">
            <a:avLst/>
          </a:prstGeom>
          <a:noFill/>
          <a:ln w="9525" cap="flat" cmpd="sng">
            <a:solidFill>
              <a:schemeClr val="accent2"/>
            </a:solidFill>
            <a:prstDash val="dash"/>
            <a:round/>
            <a:headEnd type="none" w="med" len="med"/>
            <a:tailEnd type="none" w="med" len="med"/>
          </a:ln>
        </p:spPr>
      </p:cxnSp>
      <p:cxnSp>
        <p:nvCxnSpPr>
          <p:cNvPr id="77" name="Shape 77"/>
          <p:cNvCxnSpPr/>
          <p:nvPr/>
        </p:nvCxnSpPr>
        <p:spPr>
          <a:xfrm rot="5400000">
            <a:off x="5220034" y="3324224"/>
            <a:ext cx="6035039" cy="0"/>
          </a:xfrm>
          <a:prstGeom prst="straightConnector1">
            <a:avLst/>
          </a:prstGeom>
          <a:noFill/>
          <a:ln w="9525" cap="flat" cmpd="sng">
            <a:solidFill>
              <a:schemeClr val="accent2"/>
            </a:solidFill>
            <a:prstDash val="dash"/>
            <a:round/>
            <a:headEnd type="none" w="med" len="med"/>
            <a:tailEnd type="none" w="med" len="med"/>
          </a:ln>
        </p:spPr>
      </p:cxnSp>
      <p:sp>
        <p:nvSpPr>
          <p:cNvPr id="78" name="Shape 78"/>
          <p:cNvSpPr/>
          <p:nvPr/>
        </p:nvSpPr>
        <p:spPr>
          <a:xfrm rot="5400000">
            <a:off x="590608" y="6447423"/>
            <a:ext cx="190849" cy="160417"/>
          </a:xfrm>
          <a:prstGeom prst="triangle">
            <a:avLst>
              <a:gd name="adj" fmla="val 50000"/>
            </a:avLst>
          </a:prstGeom>
          <a:solidFill>
            <a:schemeClr val="accent2"/>
          </a:solidFill>
          <a:ln>
            <a:noFill/>
          </a:ln>
        </p:spPr>
        <p:txBody>
          <a:bodyPr lIns="91425" tIns="45700" rIns="91425" bIns="45700" anchor="ctr" anchorCtr="0">
            <a:noAutofit/>
          </a:bodyPr>
          <a:lstStyle/>
          <a:p>
            <a:pPr marL="0" marR="0" lvl="0" indent="0" algn="ctr" rtl="0">
              <a:spcBef>
                <a:spcPts val="0"/>
              </a:spcBef>
              <a:buNone/>
            </a:pPr>
            <a:endParaRPr sz="1800" dirty="0">
              <a:solidFill>
                <a:schemeClr val="lt1"/>
              </a:solidFill>
              <a:latin typeface="Bookman Old Style" panose="02050604050505020204" pitchFamily="18" charset="0"/>
              <a:ea typeface="Bookman Old Style"/>
              <a:cs typeface="Bookman Old Style"/>
              <a:sym typeface="Bookman Old Style"/>
            </a:endParaRPr>
          </a:p>
        </p:txBody>
      </p:sp>
      <p:sp>
        <p:nvSpPr>
          <p:cNvPr id="79" name="Shape 79"/>
          <p:cNvSpPr txBox="1">
            <a:spLocks noGrp="1"/>
          </p:cNvSpPr>
          <p:nvPr>
            <p:ph type="body" idx="2"/>
          </p:nvPr>
        </p:nvSpPr>
        <p:spPr>
          <a:xfrm>
            <a:off x="406401" y="304801"/>
            <a:ext cx="7619999" cy="5714999"/>
          </a:xfrm>
          <a:prstGeom prst="rect">
            <a:avLst/>
          </a:prstGeom>
          <a:noFill/>
          <a:ln>
            <a:noFill/>
          </a:ln>
        </p:spPr>
        <p:txBody>
          <a:bodyPr lIns="91425" tIns="91425" rIns="91425" bIns="91425" anchor="t" anchorCtr="0"/>
          <a:lstStyle>
            <a:lvl1pPr marL="274320" marR="0" lvl="0" indent="-148844" algn="l" rtl="0">
              <a:spcBef>
                <a:spcPts val="600"/>
              </a:spcBef>
              <a:buClr>
                <a:schemeClr val="accent1"/>
              </a:buClr>
              <a:buSzPct val="76000"/>
              <a:buFont typeface="Bookman Old Style"/>
              <a:buChar char="▶"/>
              <a:defRPr sz="2600" b="0" i="0" u="none" strike="noStrike" cap="none">
                <a:solidFill>
                  <a:schemeClr val="dk1"/>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548640" marR="0" lvl="1" indent="-170942" algn="l" rtl="0">
              <a:spcBef>
                <a:spcPts val="500"/>
              </a:spcBef>
              <a:buClr>
                <a:schemeClr val="accent2"/>
              </a:buClr>
              <a:buSzPct val="76000"/>
              <a:buFont typeface="Bookman Old Style"/>
              <a:buChar char="▶"/>
              <a:defRPr sz="2300" b="0" i="0" u="none" strike="noStrike" cap="none">
                <a:solidFill>
                  <a:schemeClr val="dk2"/>
                </a:solidFill>
                <a:latin typeface="Bookman Old Style"/>
                <a:ea typeface="Bookman Old Style"/>
                <a:cs typeface="Bookman Old Style"/>
                <a:sym typeface="Bookman Old Style"/>
              </a:defRPr>
            </a:lvl2pPr>
            <a:lvl3pPr marL="822960" marR="0" lvl="2" indent="-142240" algn="l" rtl="0">
              <a:spcBef>
                <a:spcPts val="500"/>
              </a:spcBef>
              <a:buClr>
                <a:srgbClr val="BABABA"/>
              </a:buClr>
              <a:buSzPct val="76000"/>
              <a:buFont typeface="Bookman Old Style"/>
              <a:buChar char="▶"/>
              <a:defRPr sz="2000" b="0" i="0" u="none" strike="noStrike" cap="none">
                <a:solidFill>
                  <a:schemeClr val="dk1"/>
                </a:solidFill>
                <a:latin typeface="Bookman Old Style"/>
                <a:ea typeface="Bookman Old Style"/>
                <a:cs typeface="Bookman Old Style"/>
                <a:sym typeface="Bookman Old Style"/>
              </a:defRPr>
            </a:lvl3pPr>
            <a:lvl4pPr marL="1097280" marR="0" lvl="3" indent="-153669" algn="l" rtl="0">
              <a:spcBef>
                <a:spcPts val="400"/>
              </a:spcBef>
              <a:buClr>
                <a:srgbClr val="8BA1B3"/>
              </a:buClr>
              <a:buSzPct val="70000"/>
              <a:buFont typeface="Bookman Old Style"/>
              <a:buChar char="◻"/>
              <a:defRPr sz="1800" b="0" i="0" u="none" strike="noStrike" cap="none">
                <a:solidFill>
                  <a:schemeClr val="dk1"/>
                </a:solidFill>
                <a:latin typeface="Bookman Old Style"/>
                <a:ea typeface="Bookman Old Style"/>
                <a:cs typeface="Bookman Old Style"/>
                <a:sym typeface="Bookman Old Style"/>
              </a:defRPr>
            </a:lvl4pPr>
            <a:lvl5pPr marL="1371600" marR="0" lvl="4" indent="-157480" algn="l" rtl="0">
              <a:spcBef>
                <a:spcPts val="300"/>
              </a:spcBef>
              <a:buClr>
                <a:schemeClr val="accent2"/>
              </a:buClr>
              <a:buSzPct val="70000"/>
              <a:buFont typeface="Bookman Old Style"/>
              <a:buChar char="◻"/>
              <a:defRPr sz="1600" b="0" i="0" u="none" strike="noStrike" cap="none">
                <a:solidFill>
                  <a:schemeClr val="dk1"/>
                </a:solidFill>
                <a:latin typeface="Bookman Old Style"/>
                <a:ea typeface="Bookman Old Style"/>
                <a:cs typeface="Bookman Old Style"/>
                <a:sym typeface="Bookman Old Style"/>
              </a:defRPr>
            </a:lvl5pPr>
            <a:lvl6pPr marL="1645920" marR="0" lvl="5" indent="-109220" algn="l" rtl="0">
              <a:spcBef>
                <a:spcPts val="300"/>
              </a:spcBef>
              <a:buClr>
                <a:srgbClr val="8BA1B3"/>
              </a:buClr>
              <a:buSzPct val="75000"/>
              <a:buFont typeface="Bookman Old Style"/>
              <a:buChar char="▶"/>
              <a:defRPr sz="1600" b="0" i="0" u="none" strike="noStrike" cap="none">
                <a:solidFill>
                  <a:schemeClr val="dk1"/>
                </a:solidFill>
                <a:latin typeface="Bookman Old Style"/>
                <a:ea typeface="Bookman Old Style"/>
                <a:cs typeface="Bookman Old Style"/>
                <a:sym typeface="Bookman Old Style"/>
              </a:defRPr>
            </a:lvl6pPr>
            <a:lvl7pPr marL="1828800" marR="0" lvl="6" indent="-123825" algn="l" rtl="0">
              <a:spcBef>
                <a:spcPts val="300"/>
              </a:spcBef>
              <a:buClr>
                <a:srgbClr val="646C8F"/>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7pPr>
            <a:lvl8pPr marL="2011679" marR="0" lvl="7" indent="-116204" algn="l" rtl="0">
              <a:spcBef>
                <a:spcPts val="300"/>
              </a:spcBef>
              <a:buClr>
                <a:srgbClr val="BABABA"/>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8pPr>
            <a:lvl9pPr marL="2194560" marR="0" lvl="8" indent="-130810" algn="l" rtl="0">
              <a:spcBef>
                <a:spcPts val="300"/>
              </a:spcBef>
              <a:buClr>
                <a:srgbClr val="9FB8CD"/>
              </a:buClr>
              <a:buSzPct val="75000"/>
              <a:buFont typeface="Bookman Old Style"/>
              <a:buChar char="▶"/>
              <a:defRPr sz="1200" b="0" i="0" u="none" strike="noStrike" cap="none">
                <a:solidFill>
                  <a:schemeClr val="dk1"/>
                </a:solidFill>
                <a:latin typeface="Bookman Old Style"/>
                <a:ea typeface="Bookman Old Style"/>
                <a:cs typeface="Bookman Old Style"/>
                <a:sym typeface="Bookman Old Style"/>
              </a:defRPr>
            </a:lvl9pPr>
          </a:lstStyle>
          <a:p>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cSld name="Picture with Caption">
    <p:bg>
      <p:bgPr>
        <a:solidFill>
          <a:schemeClr val="dk2"/>
        </a:solidFill>
        <a:effectLst/>
      </p:bgPr>
    </p:bg>
    <p:spTree>
      <p:nvGrpSpPr>
        <p:cNvPr id="1" name="Shape 80"/>
        <p:cNvGrpSpPr/>
        <p:nvPr/>
      </p:nvGrpSpPr>
      <p:grpSpPr>
        <a:xfrm>
          <a:off x="0" y="0"/>
          <a:ext cx="0" cy="0"/>
          <a:chOff x="0" y="0"/>
          <a:chExt cx="0" cy="0"/>
        </a:xfrm>
      </p:grpSpPr>
      <p:sp>
        <p:nvSpPr>
          <p:cNvPr id="81" name="Shape 81"/>
          <p:cNvSpPr txBox="1">
            <a:spLocks noGrp="1"/>
          </p:cNvSpPr>
          <p:nvPr>
            <p:ph type="title"/>
          </p:nvPr>
        </p:nvSpPr>
        <p:spPr>
          <a:xfrm>
            <a:off x="609600" y="500857"/>
            <a:ext cx="10972800" cy="674687"/>
          </a:xfrm>
          <a:prstGeom prst="rect">
            <a:avLst/>
          </a:prstGeom>
          <a:noFill/>
          <a:ln w="9525" cap="flat" cmpd="sng">
            <a:solidFill>
              <a:schemeClr val="accent1"/>
            </a:solidFill>
            <a:prstDash val="solid"/>
            <a:round/>
            <a:headEnd type="none" w="med" len="med"/>
            <a:tailEnd type="none" w="med" len="med"/>
          </a:ln>
        </p:spPr>
        <p:txBody>
          <a:bodyPr lIns="91425" tIns="91425" rIns="91425" bIns="91425" anchor="ctr" anchorCtr="0"/>
          <a:lstStyle>
            <a:lvl1pPr marL="0" marR="0" lvl="0" indent="0" algn="r" rtl="0">
              <a:spcBef>
                <a:spcPts val="0"/>
              </a:spcBef>
              <a:buClr>
                <a:schemeClr val="lt1"/>
              </a:buClr>
              <a:buFont typeface="Domine"/>
              <a:buNone/>
              <a:defRPr sz="2000" b="0" i="0" u="none" strike="noStrike" cap="none">
                <a:solidFill>
                  <a:schemeClr val="lt1"/>
                </a:solidFill>
                <a:latin typeface="Domine"/>
                <a:ea typeface="Domine"/>
                <a:cs typeface="Domine"/>
                <a:sym typeface="Domine"/>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82" name="Shape 82"/>
          <p:cNvSpPr>
            <a:spLocks noGrp="1"/>
          </p:cNvSpPr>
          <p:nvPr>
            <p:ph type="pic" idx="2"/>
          </p:nvPr>
        </p:nvSpPr>
        <p:spPr>
          <a:xfrm>
            <a:off x="609600" y="1905000"/>
            <a:ext cx="10972800" cy="4270248"/>
          </a:xfrm>
          <a:prstGeom prst="rect">
            <a:avLst/>
          </a:prstGeom>
          <a:solidFill>
            <a:srgbClr val="BABABA"/>
          </a:solidFill>
          <a:ln>
            <a:noFill/>
          </a:ln>
        </p:spPr>
        <p:txBody>
          <a:bodyPr lIns="91425" tIns="91425" rIns="91425" bIns="91425" anchor="t" anchorCtr="0"/>
          <a:lstStyle>
            <a:lvl1pPr marL="0" marR="0" lvl="0" indent="0" algn="l" rtl="0">
              <a:spcBef>
                <a:spcPts val="600"/>
              </a:spcBef>
              <a:buClr>
                <a:schemeClr val="accent1"/>
              </a:buClr>
              <a:buFont typeface="Bookman Old Style"/>
              <a:buNone/>
              <a:defRPr sz="3200" b="0" i="0" u="none" strike="noStrike" cap="none">
                <a:solidFill>
                  <a:schemeClr val="lt1"/>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548640" marR="0" lvl="1" indent="-170942" algn="l" rtl="0">
              <a:spcBef>
                <a:spcPts val="500"/>
              </a:spcBef>
              <a:buClr>
                <a:schemeClr val="accent2"/>
              </a:buClr>
              <a:buSzPct val="76000"/>
              <a:buFont typeface="Bookman Old Style"/>
              <a:buChar char="▶"/>
              <a:defRPr sz="2300" b="0" i="0" u="none" strike="noStrike" cap="none">
                <a:solidFill>
                  <a:schemeClr val="lt2"/>
                </a:solidFill>
                <a:latin typeface="Bookman Old Style"/>
                <a:ea typeface="Bookman Old Style"/>
                <a:cs typeface="Bookman Old Style"/>
                <a:sym typeface="Bookman Old Style"/>
              </a:defRPr>
            </a:lvl2pPr>
            <a:lvl3pPr marL="822960" marR="0" lvl="2" indent="-142240" algn="l" rtl="0">
              <a:spcBef>
                <a:spcPts val="500"/>
              </a:spcBef>
              <a:buClr>
                <a:schemeClr val="dk1"/>
              </a:buClr>
              <a:buSzPct val="76000"/>
              <a:buFont typeface="Bookman Old Style"/>
              <a:buChar char="▶"/>
              <a:defRPr sz="2000" b="0" i="0" u="none" strike="noStrike" cap="none">
                <a:solidFill>
                  <a:schemeClr val="lt1"/>
                </a:solidFill>
                <a:latin typeface="Bookman Old Style"/>
                <a:ea typeface="Bookman Old Style"/>
                <a:cs typeface="Bookman Old Style"/>
                <a:sym typeface="Bookman Old Style"/>
              </a:defRPr>
            </a:lvl3pPr>
            <a:lvl4pPr marL="1097280" marR="0" lvl="3" indent="-153669" algn="l" rtl="0">
              <a:spcBef>
                <a:spcPts val="400"/>
              </a:spcBef>
              <a:buClr>
                <a:srgbClr val="8BA1B3"/>
              </a:buClr>
              <a:buSzPct val="70000"/>
              <a:buFont typeface="Bookman Old Style"/>
              <a:buChar char="◻"/>
              <a:defRPr sz="1800" b="0" i="0" u="none" strike="noStrike" cap="none">
                <a:solidFill>
                  <a:schemeClr val="lt1"/>
                </a:solidFill>
                <a:latin typeface="Bookman Old Style"/>
                <a:ea typeface="Bookman Old Style"/>
                <a:cs typeface="Bookman Old Style"/>
                <a:sym typeface="Bookman Old Style"/>
              </a:defRPr>
            </a:lvl4pPr>
            <a:lvl5pPr marL="1371600" marR="0" lvl="4" indent="-157480" algn="l" rtl="0">
              <a:spcBef>
                <a:spcPts val="300"/>
              </a:spcBef>
              <a:buClr>
                <a:schemeClr val="accent2"/>
              </a:buClr>
              <a:buSzPct val="70000"/>
              <a:buFont typeface="Bookman Old Style"/>
              <a:buChar char="◻"/>
              <a:defRPr sz="1600" b="0" i="0" u="none" strike="noStrike" cap="none">
                <a:solidFill>
                  <a:schemeClr val="lt1"/>
                </a:solidFill>
                <a:latin typeface="Bookman Old Style"/>
                <a:ea typeface="Bookman Old Style"/>
                <a:cs typeface="Bookman Old Style"/>
                <a:sym typeface="Bookman Old Style"/>
              </a:defRPr>
            </a:lvl5pPr>
            <a:lvl6pPr marL="1645920" marR="0" lvl="5" indent="-109220" algn="l" rtl="0">
              <a:spcBef>
                <a:spcPts val="300"/>
              </a:spcBef>
              <a:buClr>
                <a:srgbClr val="8BA1B3"/>
              </a:buClr>
              <a:buSzPct val="75000"/>
              <a:buFont typeface="Bookman Old Style"/>
              <a:buChar char="▶"/>
              <a:defRPr sz="1600" b="0" i="0" u="none" strike="noStrike" cap="none">
                <a:solidFill>
                  <a:schemeClr val="lt1"/>
                </a:solidFill>
                <a:latin typeface="Bookman Old Style"/>
                <a:ea typeface="Bookman Old Style"/>
                <a:cs typeface="Bookman Old Style"/>
                <a:sym typeface="Bookman Old Style"/>
              </a:defRPr>
            </a:lvl6pPr>
            <a:lvl7pPr marL="1828800" marR="0" lvl="6" indent="-123825" algn="l" rtl="0">
              <a:spcBef>
                <a:spcPts val="300"/>
              </a:spcBef>
              <a:buClr>
                <a:srgbClr val="646C8F"/>
              </a:buClr>
              <a:buSzPct val="75000"/>
              <a:buFont typeface="Bookman Old Style"/>
              <a:buChar char="▶"/>
              <a:defRPr sz="1400" b="0" i="0" u="none" strike="noStrike" cap="none">
                <a:solidFill>
                  <a:schemeClr val="lt1"/>
                </a:solidFill>
                <a:latin typeface="Bookman Old Style"/>
                <a:ea typeface="Bookman Old Style"/>
                <a:cs typeface="Bookman Old Style"/>
                <a:sym typeface="Bookman Old Style"/>
              </a:defRPr>
            </a:lvl7pPr>
            <a:lvl8pPr marL="2011679" marR="0" lvl="7" indent="-116204" algn="l" rtl="0">
              <a:spcBef>
                <a:spcPts val="300"/>
              </a:spcBef>
              <a:buClr>
                <a:srgbClr val="BABABA"/>
              </a:buClr>
              <a:buSzPct val="75000"/>
              <a:buFont typeface="Bookman Old Style"/>
              <a:buChar char="▶"/>
              <a:defRPr sz="1400" b="0" i="0" u="none" strike="noStrike" cap="none">
                <a:solidFill>
                  <a:schemeClr val="lt1"/>
                </a:solidFill>
                <a:latin typeface="Bookman Old Style"/>
                <a:ea typeface="Bookman Old Style"/>
                <a:cs typeface="Bookman Old Style"/>
                <a:sym typeface="Bookman Old Style"/>
              </a:defRPr>
            </a:lvl8pPr>
            <a:lvl9pPr marL="2194560" marR="0" lvl="8" indent="-130810" algn="l" rtl="0">
              <a:spcBef>
                <a:spcPts val="300"/>
              </a:spcBef>
              <a:buClr>
                <a:srgbClr val="9FB8CD"/>
              </a:buClr>
              <a:buSzPct val="75000"/>
              <a:buFont typeface="Bookman Old Style"/>
              <a:buChar char="▶"/>
              <a:defRPr sz="1200" b="0" i="0" u="none" strike="noStrike" cap="none">
                <a:solidFill>
                  <a:schemeClr val="lt1"/>
                </a:solidFill>
                <a:latin typeface="Bookman Old Style"/>
                <a:ea typeface="Bookman Old Style"/>
                <a:cs typeface="Bookman Old Style"/>
                <a:sym typeface="Bookman Old Style"/>
              </a:defRPr>
            </a:lvl9pPr>
          </a:lstStyle>
          <a:p>
            <a:endParaRPr dirty="0"/>
          </a:p>
        </p:txBody>
      </p:sp>
      <p:sp>
        <p:nvSpPr>
          <p:cNvPr id="83" name="Shape 83"/>
          <p:cNvSpPr txBox="1">
            <a:spLocks noGrp="1"/>
          </p:cNvSpPr>
          <p:nvPr>
            <p:ph type="body" idx="1"/>
          </p:nvPr>
        </p:nvSpPr>
        <p:spPr>
          <a:xfrm>
            <a:off x="609600" y="1219201"/>
            <a:ext cx="10972800" cy="533399"/>
          </a:xfrm>
          <a:prstGeom prst="rect">
            <a:avLst/>
          </a:prstGeom>
          <a:noFill/>
          <a:ln>
            <a:noFill/>
          </a:ln>
        </p:spPr>
        <p:txBody>
          <a:bodyPr lIns="91425" tIns="91425" rIns="91425" bIns="91425" anchor="ctr" anchorCtr="0"/>
          <a:lstStyle>
            <a:lvl1pPr marL="0" marR="0" lvl="0" indent="0" algn="l" rtl="0">
              <a:spcBef>
                <a:spcPts val="600"/>
              </a:spcBef>
              <a:buClr>
                <a:schemeClr val="accent1"/>
              </a:buClr>
              <a:buFont typeface="Bookman Old Style"/>
              <a:buNone/>
              <a:defRPr sz="1400" b="0" i="0" u="none" strike="noStrike" cap="none">
                <a:solidFill>
                  <a:schemeClr val="lt1"/>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548640" marR="0" lvl="1" indent="-224028" algn="l" rtl="0">
              <a:spcBef>
                <a:spcPts val="500"/>
              </a:spcBef>
              <a:buClr>
                <a:schemeClr val="accent2"/>
              </a:buClr>
              <a:buSzPct val="76000"/>
              <a:buFont typeface="Bookman Old Style"/>
              <a:buChar char="▶"/>
              <a:defRPr sz="1200" b="0" i="0" u="none" strike="noStrike" cap="none">
                <a:solidFill>
                  <a:schemeClr val="lt2"/>
                </a:solidFill>
                <a:latin typeface="Bookman Old Style"/>
                <a:ea typeface="Bookman Old Style"/>
                <a:cs typeface="Bookman Old Style"/>
                <a:sym typeface="Bookman Old Style"/>
              </a:defRPr>
            </a:lvl2pPr>
            <a:lvl3pPr marL="822960" marR="0" lvl="2" indent="-190500" algn="l" rtl="0">
              <a:spcBef>
                <a:spcPts val="500"/>
              </a:spcBef>
              <a:buClr>
                <a:schemeClr val="dk1"/>
              </a:buClr>
              <a:buSzPct val="76000"/>
              <a:buFont typeface="Bookman Old Style"/>
              <a:buChar char="▶"/>
              <a:defRPr sz="1000" b="0" i="0" u="none" strike="noStrike" cap="none">
                <a:solidFill>
                  <a:schemeClr val="lt1"/>
                </a:solidFill>
                <a:latin typeface="Bookman Old Style"/>
                <a:ea typeface="Bookman Old Style"/>
                <a:cs typeface="Bookman Old Style"/>
                <a:sym typeface="Bookman Old Style"/>
              </a:defRPr>
            </a:lvl3pPr>
            <a:lvl4pPr marL="1097280" marR="0" lvl="3" indent="-193675" algn="l" rtl="0">
              <a:spcBef>
                <a:spcPts val="400"/>
              </a:spcBef>
              <a:buClr>
                <a:srgbClr val="8BA1B3"/>
              </a:buClr>
              <a:buSzPct val="70000"/>
              <a:buFont typeface="Bookman Old Style"/>
              <a:buChar char="◻"/>
              <a:defRPr sz="900" b="0" i="0" u="none" strike="noStrike" cap="none">
                <a:solidFill>
                  <a:schemeClr val="lt1"/>
                </a:solidFill>
                <a:latin typeface="Bookman Old Style"/>
                <a:ea typeface="Bookman Old Style"/>
                <a:cs typeface="Bookman Old Style"/>
                <a:sym typeface="Bookman Old Style"/>
              </a:defRPr>
            </a:lvl4pPr>
            <a:lvl5pPr marL="1371600" marR="0" lvl="4" indent="-188594" algn="l" rtl="0">
              <a:spcBef>
                <a:spcPts val="300"/>
              </a:spcBef>
              <a:buClr>
                <a:schemeClr val="accent2"/>
              </a:buClr>
              <a:buSzPct val="70000"/>
              <a:buFont typeface="Bookman Old Style"/>
              <a:buChar char="◻"/>
              <a:defRPr sz="900" b="0" i="0" u="none" strike="noStrike" cap="none">
                <a:solidFill>
                  <a:schemeClr val="lt1"/>
                </a:solidFill>
                <a:latin typeface="Bookman Old Style"/>
                <a:ea typeface="Bookman Old Style"/>
                <a:cs typeface="Bookman Old Style"/>
                <a:sym typeface="Bookman Old Style"/>
              </a:defRPr>
            </a:lvl5pPr>
            <a:lvl6pPr marL="1645920" marR="0" lvl="5" indent="-109220" algn="l" rtl="0">
              <a:spcBef>
                <a:spcPts val="300"/>
              </a:spcBef>
              <a:buClr>
                <a:srgbClr val="8BA1B3"/>
              </a:buClr>
              <a:buSzPct val="75000"/>
              <a:buFont typeface="Bookman Old Style"/>
              <a:buChar char="▶"/>
              <a:defRPr sz="1600" b="0" i="0" u="none" strike="noStrike" cap="none">
                <a:solidFill>
                  <a:schemeClr val="lt1"/>
                </a:solidFill>
                <a:latin typeface="Bookman Old Style"/>
                <a:ea typeface="Bookman Old Style"/>
                <a:cs typeface="Bookman Old Style"/>
                <a:sym typeface="Bookman Old Style"/>
              </a:defRPr>
            </a:lvl6pPr>
            <a:lvl7pPr marL="1828800" marR="0" lvl="6" indent="-123825" algn="l" rtl="0">
              <a:spcBef>
                <a:spcPts val="300"/>
              </a:spcBef>
              <a:buClr>
                <a:srgbClr val="646C8F"/>
              </a:buClr>
              <a:buSzPct val="75000"/>
              <a:buFont typeface="Bookman Old Style"/>
              <a:buChar char="▶"/>
              <a:defRPr sz="1400" b="0" i="0" u="none" strike="noStrike" cap="none">
                <a:solidFill>
                  <a:schemeClr val="lt1"/>
                </a:solidFill>
                <a:latin typeface="Bookman Old Style"/>
                <a:ea typeface="Bookman Old Style"/>
                <a:cs typeface="Bookman Old Style"/>
                <a:sym typeface="Bookman Old Style"/>
              </a:defRPr>
            </a:lvl7pPr>
            <a:lvl8pPr marL="2011679" marR="0" lvl="7" indent="-116204" algn="l" rtl="0">
              <a:spcBef>
                <a:spcPts val="300"/>
              </a:spcBef>
              <a:buClr>
                <a:srgbClr val="BABABA"/>
              </a:buClr>
              <a:buSzPct val="75000"/>
              <a:buFont typeface="Bookman Old Style"/>
              <a:buChar char="▶"/>
              <a:defRPr sz="1400" b="0" i="0" u="none" strike="noStrike" cap="none">
                <a:solidFill>
                  <a:schemeClr val="lt1"/>
                </a:solidFill>
                <a:latin typeface="Bookman Old Style"/>
                <a:ea typeface="Bookman Old Style"/>
                <a:cs typeface="Bookman Old Style"/>
                <a:sym typeface="Bookman Old Style"/>
              </a:defRPr>
            </a:lvl8pPr>
            <a:lvl9pPr marL="2194560" marR="0" lvl="8" indent="-130810" algn="l" rtl="0">
              <a:spcBef>
                <a:spcPts val="300"/>
              </a:spcBef>
              <a:buClr>
                <a:srgbClr val="9FB8CD"/>
              </a:buClr>
              <a:buSzPct val="75000"/>
              <a:buFont typeface="Bookman Old Style"/>
              <a:buChar char="▶"/>
              <a:defRPr sz="1200" b="0" i="0" u="none" strike="noStrike" cap="none">
                <a:solidFill>
                  <a:schemeClr val="lt1"/>
                </a:solidFill>
                <a:latin typeface="Bookman Old Style"/>
                <a:ea typeface="Bookman Old Style"/>
                <a:cs typeface="Bookman Old Style"/>
                <a:sym typeface="Bookman Old Style"/>
              </a:defRPr>
            </a:lvl9pPr>
          </a:lstStyle>
          <a:p>
            <a:endParaRPr dirty="0"/>
          </a:p>
        </p:txBody>
      </p:sp>
      <p:sp>
        <p:nvSpPr>
          <p:cNvPr id="84" name="Shape 84"/>
          <p:cNvSpPr txBox="1">
            <a:spLocks noGrp="1"/>
          </p:cNvSpPr>
          <p:nvPr>
            <p:ph type="dt" idx="10"/>
          </p:nvPr>
        </p:nvSpPr>
        <p:spPr>
          <a:xfrm>
            <a:off x="8534401" y="6356351"/>
            <a:ext cx="3052063" cy="365759"/>
          </a:xfrm>
          <a:prstGeom prst="rect">
            <a:avLst/>
          </a:prstGeom>
          <a:noFill/>
          <a:ln>
            <a:noFill/>
          </a:ln>
        </p:spPr>
        <p:txBody>
          <a:bodyPr lIns="91425" tIns="91425" rIns="91425" bIns="91425" anchor="t" anchorCtr="0"/>
          <a:lstStyle>
            <a:lvl1pPr marL="0" marR="0" lvl="0" indent="0" algn="l" rtl="0">
              <a:spcBef>
                <a:spcPts val="0"/>
              </a:spcBef>
              <a:buNone/>
              <a:defRPr sz="1400">
                <a:solidFill>
                  <a:schemeClr val="lt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9pPr>
          </a:lstStyle>
          <a:p>
            <a:endParaRPr lang="en-US" dirty="0"/>
          </a:p>
        </p:txBody>
      </p:sp>
      <p:sp>
        <p:nvSpPr>
          <p:cNvPr id="85" name="Shape 85"/>
          <p:cNvSpPr txBox="1">
            <a:spLocks noGrp="1"/>
          </p:cNvSpPr>
          <p:nvPr>
            <p:ph type="ftr" idx="11"/>
          </p:nvPr>
        </p:nvSpPr>
        <p:spPr>
          <a:xfrm>
            <a:off x="3864864" y="6356351"/>
            <a:ext cx="4673600" cy="365759"/>
          </a:xfrm>
          <a:prstGeom prst="rect">
            <a:avLst/>
          </a:prstGeom>
          <a:noFill/>
          <a:ln>
            <a:noFill/>
          </a:ln>
        </p:spPr>
        <p:txBody>
          <a:bodyPr lIns="91425" tIns="91425" rIns="91425" bIns="91425" anchor="t" anchorCtr="0"/>
          <a:lstStyle>
            <a:lvl1pPr marL="0" marR="0" lvl="0" indent="0" algn="r" rtl="0">
              <a:spcBef>
                <a:spcPts val="0"/>
              </a:spcBef>
              <a:buNone/>
              <a:defRPr sz="1400">
                <a:solidFill>
                  <a:schemeClr val="lt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lt1"/>
                </a:solidFill>
                <a:latin typeface="Bookman Old Style"/>
                <a:ea typeface="Bookman Old Style"/>
                <a:cs typeface="Bookman Old Style"/>
                <a:sym typeface="Bookman Old Style"/>
              </a:defRPr>
            </a:lvl9pPr>
          </a:lstStyle>
          <a:p>
            <a:r>
              <a:rPr lang="fr-FR" dirty="0"/>
              <a:t>Md. Rezaul Islam, Lecturer, DIU</a:t>
            </a:r>
          </a:p>
        </p:txBody>
      </p:sp>
      <p:sp>
        <p:nvSpPr>
          <p:cNvPr id="86" name="Shape 86"/>
          <p:cNvSpPr txBox="1">
            <a:spLocks noGrp="1"/>
          </p:cNvSpPr>
          <p:nvPr>
            <p:ph type="sldNum" idx="12"/>
          </p:nvPr>
        </p:nvSpPr>
        <p:spPr>
          <a:xfrm>
            <a:off x="816863" y="6356351"/>
            <a:ext cx="2641599" cy="365759"/>
          </a:xfrm>
          <a:prstGeom prst="rect">
            <a:avLst/>
          </a:prstGeom>
          <a:noFill/>
          <a:ln>
            <a:noFill/>
          </a:ln>
        </p:spPr>
        <p:txBody>
          <a:bodyPr lIns="91425" tIns="45700" rIns="91425" bIns="45700" anchor="t" anchorCtr="0">
            <a:noAutofit/>
          </a:bodyPr>
          <a:lstStyle>
            <a:lvl1pPr>
              <a:defRPr>
                <a:latin typeface="Bookman Old Style" panose="02050604050505020204" pitchFamily="18" charset="0"/>
              </a:defRPr>
            </a:lvl1pPr>
          </a:lstStyle>
          <a:p>
            <a:pPr>
              <a:buSzPct val="25000"/>
            </a:pPr>
            <a:fld id="{00000000-1234-1234-1234-123412341234}" type="slidenum">
              <a:rPr lang="en-GB" smtClean="0">
                <a:solidFill>
                  <a:schemeClr val="lt2"/>
                </a:solidFill>
                <a:ea typeface="Bookman Old Style"/>
                <a:cs typeface="Bookman Old Style"/>
                <a:sym typeface="Bookman Old Style"/>
              </a:rPr>
              <a:pPr>
                <a:buSzPct val="25000"/>
              </a:pPr>
              <a:t>‹#›</a:t>
            </a:fld>
            <a:endParaRPr lang="en-GB" dirty="0">
              <a:solidFill>
                <a:schemeClr val="lt2"/>
              </a:solidFill>
              <a:ea typeface="Bookman Old Style"/>
              <a:cs typeface="Bookman Old Style"/>
              <a:sym typeface="Bookman Old Style"/>
            </a:endParaRPr>
          </a:p>
        </p:txBody>
      </p:sp>
      <p:cxnSp>
        <p:nvCxnSpPr>
          <p:cNvPr id="87" name="Shape 87"/>
          <p:cNvCxnSpPr/>
          <p:nvPr/>
        </p:nvCxnSpPr>
        <p:spPr>
          <a:xfrm>
            <a:off x="609600" y="6353175"/>
            <a:ext cx="10972800" cy="0"/>
          </a:xfrm>
          <a:prstGeom prst="straightConnector1">
            <a:avLst/>
          </a:prstGeom>
          <a:noFill/>
          <a:ln w="9525" cap="flat" cmpd="sng">
            <a:solidFill>
              <a:schemeClr val="accent2"/>
            </a:solidFill>
            <a:prstDash val="dash"/>
            <a:round/>
            <a:headEnd type="none" w="med" len="med"/>
            <a:tailEnd type="none" w="med" len="med"/>
          </a:ln>
        </p:spPr>
      </p:cxnSp>
      <p:sp>
        <p:nvSpPr>
          <p:cNvPr id="88" name="Shape 88"/>
          <p:cNvSpPr/>
          <p:nvPr/>
        </p:nvSpPr>
        <p:spPr>
          <a:xfrm rot="5400000">
            <a:off x="590608" y="6447423"/>
            <a:ext cx="190849" cy="160417"/>
          </a:xfrm>
          <a:prstGeom prst="triangle">
            <a:avLst>
              <a:gd name="adj" fmla="val 50000"/>
            </a:avLst>
          </a:prstGeom>
          <a:solidFill>
            <a:schemeClr val="accent2"/>
          </a:solidFill>
          <a:ln>
            <a:noFill/>
          </a:ln>
        </p:spPr>
        <p:txBody>
          <a:bodyPr lIns="91425" tIns="45700" rIns="91425" bIns="45700" anchor="ctr" anchorCtr="0">
            <a:noAutofit/>
          </a:bodyPr>
          <a:lstStyle/>
          <a:p>
            <a:pPr marL="0" marR="0" lvl="0" indent="0" algn="ctr" rtl="0">
              <a:spcBef>
                <a:spcPts val="0"/>
              </a:spcBef>
              <a:buNone/>
            </a:pPr>
            <a:endParaRPr sz="1800" dirty="0">
              <a:solidFill>
                <a:schemeClr val="lt1"/>
              </a:solidFill>
              <a:latin typeface="Bookman Old Style" panose="02050604050505020204" pitchFamily="18" charset="0"/>
              <a:ea typeface="Bookman Old Style"/>
              <a:cs typeface="Bookman Old Style"/>
              <a:sym typeface="Bookman Old Style"/>
            </a:endParaRPr>
          </a:p>
        </p:txBody>
      </p:sp>
      <p:sp>
        <p:nvSpPr>
          <p:cNvPr id="89" name="Shape 89"/>
          <p:cNvSpPr/>
          <p:nvPr/>
        </p:nvSpPr>
        <p:spPr>
          <a:xfrm>
            <a:off x="609601" y="500857"/>
            <a:ext cx="243839" cy="685799"/>
          </a:xfrm>
          <a:prstGeom prst="rect">
            <a:avLst/>
          </a:prstGeom>
          <a:solidFill>
            <a:schemeClr val="accent1"/>
          </a:solidFill>
          <a:ln>
            <a:noFill/>
          </a:ln>
        </p:spPr>
        <p:txBody>
          <a:bodyPr lIns="91425" tIns="45700" rIns="91425" bIns="45700" anchor="ctr" anchorCtr="0">
            <a:noAutofit/>
          </a:bodyPr>
          <a:lstStyle/>
          <a:p>
            <a:pPr marL="0" marR="0" lvl="0" indent="0" algn="ctr" rtl="0">
              <a:spcBef>
                <a:spcPts val="0"/>
              </a:spcBef>
              <a:buNone/>
            </a:pPr>
            <a:endParaRPr sz="1800" dirty="0">
              <a:solidFill>
                <a:schemeClr val="lt1"/>
              </a:solidFill>
              <a:latin typeface="Bookman Old Style" panose="02050604050505020204" pitchFamily="18" charset="0"/>
              <a:ea typeface="Bookman Old Style"/>
              <a:cs typeface="Bookman Old Style"/>
              <a:sym typeface="Bookman Old Style"/>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90"/>
        <p:cNvGrpSpPr/>
        <p:nvPr/>
      </p:nvGrpSpPr>
      <p:grpSpPr>
        <a:xfrm>
          <a:off x="0" y="0"/>
          <a:ext cx="0" cy="0"/>
          <a:chOff x="0" y="0"/>
          <a:chExt cx="0" cy="0"/>
        </a:xfrm>
      </p:grpSpPr>
      <p:sp>
        <p:nvSpPr>
          <p:cNvPr id="91" name="Shape 91"/>
          <p:cNvSpPr txBox="1">
            <a:spLocks noGrp="1"/>
          </p:cNvSpPr>
          <p:nvPr>
            <p:ph type="title"/>
          </p:nvPr>
        </p:nvSpPr>
        <p:spPr>
          <a:xfrm>
            <a:off x="609600" y="152401"/>
            <a:ext cx="10972800" cy="990599"/>
          </a:xfrm>
          <a:prstGeom prst="rect">
            <a:avLst/>
          </a:prstGeom>
          <a:noFill/>
          <a:ln>
            <a:noFill/>
          </a:ln>
        </p:spPr>
        <p:txBody>
          <a:bodyPr lIns="91425" tIns="91425" rIns="91425" bIns="91425" anchor="b" anchorCtr="0"/>
          <a:lstStyle>
            <a:lvl1pPr marL="0" marR="0" lvl="0" indent="0" algn="l" rtl="0">
              <a:spcBef>
                <a:spcPts val="0"/>
              </a:spcBef>
              <a:buClr>
                <a:schemeClr val="dk2"/>
              </a:buClr>
              <a:buFont typeface="Domine"/>
              <a:buNone/>
              <a:defRPr sz="3200" b="0" i="0" u="none" strike="noStrike" cap="none">
                <a:solidFill>
                  <a:schemeClr val="dk2"/>
                </a:solidFill>
                <a:latin typeface="Domine"/>
                <a:ea typeface="Domine"/>
                <a:cs typeface="Domine"/>
                <a:sym typeface="Domine"/>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92" name="Shape 92"/>
          <p:cNvSpPr txBox="1">
            <a:spLocks noGrp="1"/>
          </p:cNvSpPr>
          <p:nvPr>
            <p:ph type="body" idx="1"/>
          </p:nvPr>
        </p:nvSpPr>
        <p:spPr>
          <a:xfrm rot="5400000">
            <a:off x="3640835" y="-1812036"/>
            <a:ext cx="4910327" cy="10972800"/>
          </a:xfrm>
          <a:prstGeom prst="rect">
            <a:avLst/>
          </a:prstGeom>
          <a:noFill/>
          <a:ln>
            <a:noFill/>
          </a:ln>
        </p:spPr>
        <p:txBody>
          <a:bodyPr lIns="91425" tIns="91425" rIns="91425" bIns="91425" anchor="t" anchorCtr="0"/>
          <a:lstStyle>
            <a:lvl1pPr marL="274320" marR="0" lvl="0" indent="-148844" algn="l" rtl="0">
              <a:spcBef>
                <a:spcPts val="600"/>
              </a:spcBef>
              <a:buClr>
                <a:schemeClr val="accent1"/>
              </a:buClr>
              <a:buSzPct val="76000"/>
              <a:buFont typeface="Bookman Old Style"/>
              <a:buChar char="▶"/>
              <a:defRPr sz="2600" b="0" i="0" u="none" strike="noStrike" cap="none">
                <a:solidFill>
                  <a:schemeClr val="dk1"/>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548640" marR="0" lvl="1" indent="-170942" algn="l" rtl="0">
              <a:spcBef>
                <a:spcPts val="500"/>
              </a:spcBef>
              <a:buClr>
                <a:schemeClr val="accent2"/>
              </a:buClr>
              <a:buSzPct val="76000"/>
              <a:buFont typeface="Bookman Old Style"/>
              <a:buChar char="▶"/>
              <a:defRPr sz="2300" b="0" i="0" u="none" strike="noStrike" cap="none">
                <a:solidFill>
                  <a:schemeClr val="dk2"/>
                </a:solidFill>
                <a:latin typeface="Bookman Old Style"/>
                <a:ea typeface="Bookman Old Style"/>
                <a:cs typeface="Bookman Old Style"/>
                <a:sym typeface="Bookman Old Style"/>
              </a:defRPr>
            </a:lvl2pPr>
            <a:lvl3pPr marL="822960" marR="0" lvl="2" indent="-142240" algn="l" rtl="0">
              <a:spcBef>
                <a:spcPts val="500"/>
              </a:spcBef>
              <a:buClr>
                <a:srgbClr val="BABABA"/>
              </a:buClr>
              <a:buSzPct val="76000"/>
              <a:buFont typeface="Bookman Old Style"/>
              <a:buChar char="▶"/>
              <a:defRPr sz="2000" b="0" i="0" u="none" strike="noStrike" cap="none">
                <a:solidFill>
                  <a:schemeClr val="dk1"/>
                </a:solidFill>
                <a:latin typeface="Bookman Old Style"/>
                <a:ea typeface="Bookman Old Style"/>
                <a:cs typeface="Bookman Old Style"/>
                <a:sym typeface="Bookman Old Style"/>
              </a:defRPr>
            </a:lvl3pPr>
            <a:lvl4pPr marL="1097280" marR="0" lvl="3" indent="-153669" algn="l" rtl="0">
              <a:spcBef>
                <a:spcPts val="400"/>
              </a:spcBef>
              <a:buClr>
                <a:srgbClr val="8BA1B3"/>
              </a:buClr>
              <a:buSzPct val="70000"/>
              <a:buFont typeface="Bookman Old Style"/>
              <a:buChar char="◻"/>
              <a:defRPr sz="1800" b="0" i="0" u="none" strike="noStrike" cap="none">
                <a:solidFill>
                  <a:schemeClr val="dk1"/>
                </a:solidFill>
                <a:latin typeface="Bookman Old Style"/>
                <a:ea typeface="Bookman Old Style"/>
                <a:cs typeface="Bookman Old Style"/>
                <a:sym typeface="Bookman Old Style"/>
              </a:defRPr>
            </a:lvl4pPr>
            <a:lvl5pPr marL="1371600" marR="0" lvl="4" indent="-157480" algn="l" rtl="0">
              <a:spcBef>
                <a:spcPts val="300"/>
              </a:spcBef>
              <a:buClr>
                <a:schemeClr val="accent2"/>
              </a:buClr>
              <a:buSzPct val="70000"/>
              <a:buFont typeface="Bookman Old Style"/>
              <a:buChar char="◻"/>
              <a:defRPr sz="1600" b="0" i="0" u="none" strike="noStrike" cap="none">
                <a:solidFill>
                  <a:schemeClr val="dk1"/>
                </a:solidFill>
                <a:latin typeface="Bookman Old Style"/>
                <a:ea typeface="Bookman Old Style"/>
                <a:cs typeface="Bookman Old Style"/>
                <a:sym typeface="Bookman Old Style"/>
              </a:defRPr>
            </a:lvl5pPr>
            <a:lvl6pPr marL="1645920" marR="0" lvl="5" indent="-109220" algn="l" rtl="0">
              <a:spcBef>
                <a:spcPts val="300"/>
              </a:spcBef>
              <a:buClr>
                <a:srgbClr val="8BA1B3"/>
              </a:buClr>
              <a:buSzPct val="75000"/>
              <a:buFont typeface="Bookman Old Style"/>
              <a:buChar char="▶"/>
              <a:defRPr sz="1600" b="0" i="0" u="none" strike="noStrike" cap="none">
                <a:solidFill>
                  <a:schemeClr val="dk1"/>
                </a:solidFill>
                <a:latin typeface="Bookman Old Style"/>
                <a:ea typeface="Bookman Old Style"/>
                <a:cs typeface="Bookman Old Style"/>
                <a:sym typeface="Bookman Old Style"/>
              </a:defRPr>
            </a:lvl6pPr>
            <a:lvl7pPr marL="1828800" marR="0" lvl="6" indent="-123825" algn="l" rtl="0">
              <a:spcBef>
                <a:spcPts val="300"/>
              </a:spcBef>
              <a:buClr>
                <a:srgbClr val="646C8F"/>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7pPr>
            <a:lvl8pPr marL="2011679" marR="0" lvl="7" indent="-116204" algn="l" rtl="0">
              <a:spcBef>
                <a:spcPts val="300"/>
              </a:spcBef>
              <a:buClr>
                <a:srgbClr val="BABABA"/>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8pPr>
            <a:lvl9pPr marL="2194560" marR="0" lvl="8" indent="-130810" algn="l" rtl="0">
              <a:spcBef>
                <a:spcPts val="300"/>
              </a:spcBef>
              <a:buClr>
                <a:srgbClr val="9FB8CD"/>
              </a:buClr>
              <a:buSzPct val="75000"/>
              <a:buFont typeface="Bookman Old Style"/>
              <a:buChar char="▶"/>
              <a:defRPr sz="1200" b="0" i="0" u="none" strike="noStrike" cap="none">
                <a:solidFill>
                  <a:schemeClr val="dk1"/>
                </a:solidFill>
                <a:latin typeface="Bookman Old Style"/>
                <a:ea typeface="Bookman Old Style"/>
                <a:cs typeface="Bookman Old Style"/>
                <a:sym typeface="Bookman Old Style"/>
              </a:defRPr>
            </a:lvl9pPr>
          </a:lstStyle>
          <a:p>
            <a:endParaRPr dirty="0"/>
          </a:p>
        </p:txBody>
      </p:sp>
      <p:sp>
        <p:nvSpPr>
          <p:cNvPr id="93" name="Shape 93"/>
          <p:cNvSpPr txBox="1">
            <a:spLocks noGrp="1"/>
          </p:cNvSpPr>
          <p:nvPr>
            <p:ph type="dt" idx="10"/>
          </p:nvPr>
        </p:nvSpPr>
        <p:spPr>
          <a:xfrm>
            <a:off x="8534401" y="6356351"/>
            <a:ext cx="3052063" cy="365759"/>
          </a:xfrm>
          <a:prstGeom prst="rect">
            <a:avLst/>
          </a:prstGeom>
          <a:noFill/>
          <a:ln>
            <a:noFill/>
          </a:ln>
        </p:spPr>
        <p:txBody>
          <a:bodyPr lIns="91425" tIns="91425" rIns="91425" bIns="91425" anchor="t" anchorCtr="0"/>
          <a:lstStyle>
            <a:lvl1pPr marL="0" marR="0" lvl="0" indent="0" algn="l" rtl="0">
              <a:spcBef>
                <a:spcPts val="0"/>
              </a:spcBef>
              <a:buNone/>
              <a:defRPr sz="1400">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endParaRPr lang="en-US" dirty="0"/>
          </a:p>
        </p:txBody>
      </p:sp>
      <p:sp>
        <p:nvSpPr>
          <p:cNvPr id="94" name="Shape 94"/>
          <p:cNvSpPr txBox="1">
            <a:spLocks noGrp="1"/>
          </p:cNvSpPr>
          <p:nvPr>
            <p:ph type="ftr" idx="11"/>
          </p:nvPr>
        </p:nvSpPr>
        <p:spPr>
          <a:xfrm>
            <a:off x="3864864" y="6356351"/>
            <a:ext cx="4673600" cy="365759"/>
          </a:xfrm>
          <a:prstGeom prst="rect">
            <a:avLst/>
          </a:prstGeom>
          <a:noFill/>
          <a:ln>
            <a:noFill/>
          </a:ln>
        </p:spPr>
        <p:txBody>
          <a:bodyPr lIns="91425" tIns="91425" rIns="91425" bIns="91425" anchor="t" anchorCtr="0"/>
          <a:lstStyle>
            <a:lvl1pPr marL="0" marR="0" lvl="0" indent="0" algn="r" rtl="0">
              <a:spcBef>
                <a:spcPts val="0"/>
              </a:spcBef>
              <a:buNone/>
              <a:defRPr sz="1400">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r>
              <a:rPr lang="fr-FR" dirty="0"/>
              <a:t>Md. Rezaul Islam, Lecturer, DIU</a:t>
            </a:r>
          </a:p>
        </p:txBody>
      </p:sp>
      <p:sp>
        <p:nvSpPr>
          <p:cNvPr id="95" name="Shape 95"/>
          <p:cNvSpPr txBox="1">
            <a:spLocks noGrp="1"/>
          </p:cNvSpPr>
          <p:nvPr>
            <p:ph type="sldNum" idx="12"/>
          </p:nvPr>
        </p:nvSpPr>
        <p:spPr>
          <a:xfrm>
            <a:off x="816863" y="6356351"/>
            <a:ext cx="2641599" cy="365759"/>
          </a:xfrm>
          <a:prstGeom prst="rect">
            <a:avLst/>
          </a:prstGeom>
          <a:noFill/>
          <a:ln>
            <a:noFill/>
          </a:ln>
        </p:spPr>
        <p:txBody>
          <a:bodyPr lIns="91425" tIns="45700" rIns="91425" bIns="45700" anchor="t" anchorCtr="0">
            <a:noAutofit/>
          </a:bodyPr>
          <a:lstStyle>
            <a:lvl1pPr>
              <a:defRPr>
                <a:latin typeface="Bookman Old Style" panose="02050604050505020204" pitchFamily="18" charset="0"/>
              </a:defRPr>
            </a:lvl1pPr>
          </a:lstStyle>
          <a:p>
            <a:pPr>
              <a:buSzPct val="25000"/>
            </a:pPr>
            <a:fld id="{00000000-1234-1234-1234-123412341234}" type="slidenum">
              <a:rPr lang="en-GB" smtClean="0">
                <a:solidFill>
                  <a:schemeClr val="dk2"/>
                </a:solidFill>
                <a:ea typeface="Bookman Old Style"/>
                <a:cs typeface="Bookman Old Style"/>
                <a:sym typeface="Bookman Old Style"/>
              </a:rPr>
              <a:pPr>
                <a:buSzPct val="25000"/>
              </a:pPr>
              <a:t>‹#›</a:t>
            </a:fld>
            <a:endParaRPr lang="en-GB" dirty="0">
              <a:solidFill>
                <a:schemeClr val="dk2"/>
              </a:solidFill>
              <a:ea typeface="Bookman Old Style"/>
              <a:cs typeface="Bookman Old Style"/>
              <a:sym typeface="Bookman Old Style"/>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96"/>
        <p:cNvGrpSpPr/>
        <p:nvPr/>
      </p:nvGrpSpPr>
      <p:grpSpPr>
        <a:xfrm>
          <a:off x="0" y="0"/>
          <a:ext cx="0" cy="0"/>
          <a:chOff x="0" y="0"/>
          <a:chExt cx="0" cy="0"/>
        </a:xfrm>
      </p:grpSpPr>
      <p:sp>
        <p:nvSpPr>
          <p:cNvPr id="97" name="Shape 97"/>
          <p:cNvSpPr txBox="1">
            <a:spLocks noGrp="1"/>
          </p:cNvSpPr>
          <p:nvPr>
            <p:ph type="title"/>
          </p:nvPr>
        </p:nvSpPr>
        <p:spPr>
          <a:xfrm rot="5400000">
            <a:off x="7285038" y="1828800"/>
            <a:ext cx="5851525" cy="2743200"/>
          </a:xfrm>
          <a:prstGeom prst="rect">
            <a:avLst/>
          </a:prstGeom>
          <a:noFill/>
          <a:ln>
            <a:noFill/>
          </a:ln>
        </p:spPr>
        <p:txBody>
          <a:bodyPr lIns="91425" tIns="91425" rIns="91425" bIns="91425" anchor="b" anchorCtr="0"/>
          <a:lstStyle>
            <a:lvl1pPr marL="0" marR="0" lvl="0" indent="0" algn="l" rtl="0">
              <a:spcBef>
                <a:spcPts val="0"/>
              </a:spcBef>
              <a:buClr>
                <a:schemeClr val="dk2"/>
              </a:buClr>
              <a:buFont typeface="Domine"/>
              <a:buNone/>
              <a:defRPr sz="3200" b="0" i="0" u="none" strike="noStrike" cap="none">
                <a:solidFill>
                  <a:schemeClr val="dk2"/>
                </a:solidFill>
                <a:latin typeface="Domine"/>
                <a:ea typeface="Domine"/>
                <a:cs typeface="Domine"/>
                <a:sym typeface="Domine"/>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98" name="Shape 98"/>
          <p:cNvSpPr txBox="1">
            <a:spLocks noGrp="1"/>
          </p:cNvSpPr>
          <p:nvPr>
            <p:ph type="body" idx="1"/>
          </p:nvPr>
        </p:nvSpPr>
        <p:spPr>
          <a:xfrm rot="5400000">
            <a:off x="1697038" y="-812800"/>
            <a:ext cx="5851525" cy="8026399"/>
          </a:xfrm>
          <a:prstGeom prst="rect">
            <a:avLst/>
          </a:prstGeom>
          <a:noFill/>
          <a:ln>
            <a:noFill/>
          </a:ln>
        </p:spPr>
        <p:txBody>
          <a:bodyPr lIns="91425" tIns="91425" rIns="91425" bIns="91425" anchor="t" anchorCtr="0"/>
          <a:lstStyle>
            <a:lvl1pPr marL="274320" marR="0" lvl="0" indent="-148844" algn="l" rtl="0">
              <a:spcBef>
                <a:spcPts val="600"/>
              </a:spcBef>
              <a:buClr>
                <a:schemeClr val="accent1"/>
              </a:buClr>
              <a:buSzPct val="76000"/>
              <a:buFont typeface="Bookman Old Style"/>
              <a:buChar char="▶"/>
              <a:defRPr sz="2600" b="0" i="0" u="none" strike="noStrike" cap="none">
                <a:solidFill>
                  <a:schemeClr val="dk1"/>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548640" marR="0" lvl="1" indent="-170942" algn="l" rtl="0">
              <a:spcBef>
                <a:spcPts val="500"/>
              </a:spcBef>
              <a:buClr>
                <a:schemeClr val="accent2"/>
              </a:buClr>
              <a:buSzPct val="76000"/>
              <a:buFont typeface="Bookman Old Style"/>
              <a:buChar char="▶"/>
              <a:defRPr sz="2300" b="0" i="0" u="none" strike="noStrike" cap="none">
                <a:solidFill>
                  <a:schemeClr val="dk2"/>
                </a:solidFill>
                <a:latin typeface="Bookman Old Style"/>
                <a:ea typeface="Bookman Old Style"/>
                <a:cs typeface="Bookman Old Style"/>
                <a:sym typeface="Bookman Old Style"/>
              </a:defRPr>
            </a:lvl2pPr>
            <a:lvl3pPr marL="822960" marR="0" lvl="2" indent="-142240" algn="l" rtl="0">
              <a:spcBef>
                <a:spcPts val="500"/>
              </a:spcBef>
              <a:buClr>
                <a:srgbClr val="BABABA"/>
              </a:buClr>
              <a:buSzPct val="76000"/>
              <a:buFont typeface="Bookman Old Style"/>
              <a:buChar char="▶"/>
              <a:defRPr sz="2000" b="0" i="0" u="none" strike="noStrike" cap="none">
                <a:solidFill>
                  <a:schemeClr val="dk1"/>
                </a:solidFill>
                <a:latin typeface="Bookman Old Style"/>
                <a:ea typeface="Bookman Old Style"/>
                <a:cs typeface="Bookman Old Style"/>
                <a:sym typeface="Bookman Old Style"/>
              </a:defRPr>
            </a:lvl3pPr>
            <a:lvl4pPr marL="1097280" marR="0" lvl="3" indent="-153669" algn="l" rtl="0">
              <a:spcBef>
                <a:spcPts val="400"/>
              </a:spcBef>
              <a:buClr>
                <a:srgbClr val="8BA1B3"/>
              </a:buClr>
              <a:buSzPct val="70000"/>
              <a:buFont typeface="Bookman Old Style"/>
              <a:buChar char="◻"/>
              <a:defRPr sz="1800" b="0" i="0" u="none" strike="noStrike" cap="none">
                <a:solidFill>
                  <a:schemeClr val="dk1"/>
                </a:solidFill>
                <a:latin typeface="Bookman Old Style"/>
                <a:ea typeface="Bookman Old Style"/>
                <a:cs typeface="Bookman Old Style"/>
                <a:sym typeface="Bookman Old Style"/>
              </a:defRPr>
            </a:lvl4pPr>
            <a:lvl5pPr marL="1371600" marR="0" lvl="4" indent="-157480" algn="l" rtl="0">
              <a:spcBef>
                <a:spcPts val="300"/>
              </a:spcBef>
              <a:buClr>
                <a:schemeClr val="accent2"/>
              </a:buClr>
              <a:buSzPct val="70000"/>
              <a:buFont typeface="Bookman Old Style"/>
              <a:buChar char="◻"/>
              <a:defRPr sz="1600" b="0" i="0" u="none" strike="noStrike" cap="none">
                <a:solidFill>
                  <a:schemeClr val="dk1"/>
                </a:solidFill>
                <a:latin typeface="Bookman Old Style"/>
                <a:ea typeface="Bookman Old Style"/>
                <a:cs typeface="Bookman Old Style"/>
                <a:sym typeface="Bookman Old Style"/>
              </a:defRPr>
            </a:lvl5pPr>
            <a:lvl6pPr marL="1645920" marR="0" lvl="5" indent="-109220" algn="l" rtl="0">
              <a:spcBef>
                <a:spcPts val="300"/>
              </a:spcBef>
              <a:buClr>
                <a:srgbClr val="8BA1B3"/>
              </a:buClr>
              <a:buSzPct val="75000"/>
              <a:buFont typeface="Bookman Old Style"/>
              <a:buChar char="▶"/>
              <a:defRPr sz="1600" b="0" i="0" u="none" strike="noStrike" cap="none">
                <a:solidFill>
                  <a:schemeClr val="dk1"/>
                </a:solidFill>
                <a:latin typeface="Bookman Old Style"/>
                <a:ea typeface="Bookman Old Style"/>
                <a:cs typeface="Bookman Old Style"/>
                <a:sym typeface="Bookman Old Style"/>
              </a:defRPr>
            </a:lvl6pPr>
            <a:lvl7pPr marL="1828800" marR="0" lvl="6" indent="-123825" algn="l" rtl="0">
              <a:spcBef>
                <a:spcPts val="300"/>
              </a:spcBef>
              <a:buClr>
                <a:srgbClr val="646C8F"/>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7pPr>
            <a:lvl8pPr marL="2011679" marR="0" lvl="7" indent="-116204" algn="l" rtl="0">
              <a:spcBef>
                <a:spcPts val="300"/>
              </a:spcBef>
              <a:buClr>
                <a:srgbClr val="BABABA"/>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8pPr>
            <a:lvl9pPr marL="2194560" marR="0" lvl="8" indent="-130810" algn="l" rtl="0">
              <a:spcBef>
                <a:spcPts val="300"/>
              </a:spcBef>
              <a:buClr>
                <a:srgbClr val="9FB8CD"/>
              </a:buClr>
              <a:buSzPct val="75000"/>
              <a:buFont typeface="Bookman Old Style"/>
              <a:buChar char="▶"/>
              <a:defRPr sz="1200" b="0" i="0" u="none" strike="noStrike" cap="none">
                <a:solidFill>
                  <a:schemeClr val="dk1"/>
                </a:solidFill>
                <a:latin typeface="Bookman Old Style"/>
                <a:ea typeface="Bookman Old Style"/>
                <a:cs typeface="Bookman Old Style"/>
                <a:sym typeface="Bookman Old Style"/>
              </a:defRPr>
            </a:lvl9pPr>
          </a:lstStyle>
          <a:p>
            <a:endParaRPr dirty="0"/>
          </a:p>
        </p:txBody>
      </p:sp>
      <p:sp>
        <p:nvSpPr>
          <p:cNvPr id="99" name="Shape 99"/>
          <p:cNvSpPr txBox="1">
            <a:spLocks noGrp="1"/>
          </p:cNvSpPr>
          <p:nvPr>
            <p:ph type="dt" idx="10"/>
          </p:nvPr>
        </p:nvSpPr>
        <p:spPr>
          <a:xfrm>
            <a:off x="8534401" y="6356351"/>
            <a:ext cx="3052063" cy="365759"/>
          </a:xfrm>
          <a:prstGeom prst="rect">
            <a:avLst/>
          </a:prstGeom>
          <a:noFill/>
          <a:ln>
            <a:noFill/>
          </a:ln>
        </p:spPr>
        <p:txBody>
          <a:bodyPr lIns="91425" tIns="91425" rIns="91425" bIns="91425" anchor="t" anchorCtr="0"/>
          <a:lstStyle>
            <a:lvl1pPr marL="0" marR="0" lvl="0" indent="0" algn="l" rtl="0">
              <a:spcBef>
                <a:spcPts val="0"/>
              </a:spcBef>
              <a:buNone/>
              <a:defRPr sz="1400">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endParaRPr lang="en-US" dirty="0"/>
          </a:p>
        </p:txBody>
      </p:sp>
      <p:sp>
        <p:nvSpPr>
          <p:cNvPr id="100" name="Shape 100"/>
          <p:cNvSpPr txBox="1">
            <a:spLocks noGrp="1"/>
          </p:cNvSpPr>
          <p:nvPr>
            <p:ph type="ftr" idx="11"/>
          </p:nvPr>
        </p:nvSpPr>
        <p:spPr>
          <a:xfrm>
            <a:off x="3864864" y="6356351"/>
            <a:ext cx="4673600" cy="365759"/>
          </a:xfrm>
          <a:prstGeom prst="rect">
            <a:avLst/>
          </a:prstGeom>
          <a:noFill/>
          <a:ln>
            <a:noFill/>
          </a:ln>
        </p:spPr>
        <p:txBody>
          <a:bodyPr lIns="91425" tIns="91425" rIns="91425" bIns="91425" anchor="t" anchorCtr="0"/>
          <a:lstStyle>
            <a:lvl1pPr marL="0" marR="0" lvl="0" indent="0" algn="r" rtl="0">
              <a:spcBef>
                <a:spcPts val="0"/>
              </a:spcBef>
              <a:buNone/>
              <a:defRPr sz="1400">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r>
              <a:rPr lang="fr-FR" dirty="0"/>
              <a:t>Md. Rezaul Islam, Lecturer, DIU</a:t>
            </a:r>
          </a:p>
        </p:txBody>
      </p:sp>
      <p:sp>
        <p:nvSpPr>
          <p:cNvPr id="101" name="Shape 101"/>
          <p:cNvSpPr txBox="1">
            <a:spLocks noGrp="1"/>
          </p:cNvSpPr>
          <p:nvPr>
            <p:ph type="sldNum" idx="12"/>
          </p:nvPr>
        </p:nvSpPr>
        <p:spPr>
          <a:xfrm>
            <a:off x="816863" y="6356351"/>
            <a:ext cx="2641599" cy="365759"/>
          </a:xfrm>
          <a:prstGeom prst="rect">
            <a:avLst/>
          </a:prstGeom>
          <a:noFill/>
          <a:ln>
            <a:noFill/>
          </a:ln>
        </p:spPr>
        <p:txBody>
          <a:bodyPr lIns="91425" tIns="45700" rIns="91425" bIns="45700" anchor="t" anchorCtr="0">
            <a:noAutofit/>
          </a:bodyPr>
          <a:lstStyle>
            <a:lvl1pPr>
              <a:defRPr>
                <a:latin typeface="Bookman Old Style" panose="02050604050505020204" pitchFamily="18" charset="0"/>
              </a:defRPr>
            </a:lvl1pPr>
          </a:lstStyle>
          <a:p>
            <a:pPr>
              <a:buSzPct val="25000"/>
            </a:pPr>
            <a:fld id="{00000000-1234-1234-1234-123412341234}" type="slidenum">
              <a:rPr lang="en-GB" smtClean="0">
                <a:solidFill>
                  <a:schemeClr val="dk2"/>
                </a:solidFill>
                <a:ea typeface="Bookman Old Style"/>
                <a:cs typeface="Bookman Old Style"/>
                <a:sym typeface="Bookman Old Style"/>
              </a:rPr>
              <a:pPr>
                <a:buSzPct val="25000"/>
              </a:pPr>
              <a:t>‹#›</a:t>
            </a:fld>
            <a:endParaRPr lang="en-GB" dirty="0">
              <a:solidFill>
                <a:schemeClr val="dk2"/>
              </a:solidFill>
              <a:ea typeface="Bookman Old Style"/>
              <a:cs typeface="Bookman Old Style"/>
              <a:sym typeface="Bookman Old Style"/>
            </a:endParaRPr>
          </a:p>
        </p:txBody>
      </p:sp>
      <p:cxnSp>
        <p:nvCxnSpPr>
          <p:cNvPr id="102" name="Shape 102"/>
          <p:cNvCxnSpPr/>
          <p:nvPr/>
        </p:nvCxnSpPr>
        <p:spPr>
          <a:xfrm>
            <a:off x="609600" y="6353175"/>
            <a:ext cx="10972800" cy="0"/>
          </a:xfrm>
          <a:prstGeom prst="straightConnector1">
            <a:avLst/>
          </a:prstGeom>
          <a:noFill/>
          <a:ln w="9525" cap="flat" cmpd="sng">
            <a:solidFill>
              <a:schemeClr val="accent2"/>
            </a:solidFill>
            <a:prstDash val="dash"/>
            <a:round/>
            <a:headEnd type="none" w="med" len="med"/>
            <a:tailEnd type="none" w="med" len="med"/>
          </a:ln>
        </p:spPr>
      </p:cxnSp>
      <p:sp>
        <p:nvSpPr>
          <p:cNvPr id="103" name="Shape 103"/>
          <p:cNvSpPr/>
          <p:nvPr/>
        </p:nvSpPr>
        <p:spPr>
          <a:xfrm rot="5400000">
            <a:off x="590608" y="6447423"/>
            <a:ext cx="190849" cy="160417"/>
          </a:xfrm>
          <a:prstGeom prst="triangle">
            <a:avLst>
              <a:gd name="adj" fmla="val 50000"/>
            </a:avLst>
          </a:prstGeom>
          <a:solidFill>
            <a:schemeClr val="accent2"/>
          </a:solidFill>
          <a:ln>
            <a:noFill/>
          </a:ln>
        </p:spPr>
        <p:txBody>
          <a:bodyPr lIns="91425" tIns="45700" rIns="91425" bIns="45700" anchor="ctr" anchorCtr="0">
            <a:noAutofit/>
          </a:bodyPr>
          <a:lstStyle/>
          <a:p>
            <a:pPr marL="0" marR="0" lvl="0" indent="0" algn="ctr" rtl="0">
              <a:spcBef>
                <a:spcPts val="0"/>
              </a:spcBef>
              <a:buNone/>
            </a:pPr>
            <a:endParaRPr sz="1800" dirty="0">
              <a:solidFill>
                <a:schemeClr val="lt1"/>
              </a:solidFill>
              <a:latin typeface="Bookman Old Style" panose="02050604050505020204" pitchFamily="18" charset="0"/>
              <a:ea typeface="Bookman Old Style"/>
              <a:cs typeface="Bookman Old Style"/>
              <a:sym typeface="Bookman Old Style"/>
            </a:endParaRPr>
          </a:p>
        </p:txBody>
      </p:sp>
      <p:cxnSp>
        <p:nvCxnSpPr>
          <p:cNvPr id="104" name="Shape 104"/>
          <p:cNvCxnSpPr/>
          <p:nvPr/>
        </p:nvCxnSpPr>
        <p:spPr>
          <a:xfrm rot="5400000">
            <a:off x="5814835" y="3201951"/>
            <a:ext cx="5852159" cy="0"/>
          </a:xfrm>
          <a:prstGeom prst="straightConnector1">
            <a:avLst/>
          </a:prstGeom>
          <a:noFill/>
          <a:ln w="9525" cap="flat" cmpd="sng">
            <a:solidFill>
              <a:schemeClr val="accent2"/>
            </a:solidFill>
            <a:prstDash val="dash"/>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609600" y="152401"/>
            <a:ext cx="10972800" cy="990599"/>
          </a:xfrm>
          <a:prstGeom prst="rect">
            <a:avLst/>
          </a:prstGeom>
          <a:noFill/>
          <a:ln>
            <a:noFill/>
          </a:ln>
        </p:spPr>
        <p:txBody>
          <a:bodyPr lIns="91425" tIns="91425" rIns="91425" bIns="91425" anchor="b" anchorCtr="0"/>
          <a:lstStyle>
            <a:lvl1pPr marL="0" marR="0" lvl="0" indent="0" algn="l" rtl="0">
              <a:spcBef>
                <a:spcPts val="0"/>
              </a:spcBef>
              <a:buClr>
                <a:schemeClr val="dk2"/>
              </a:buClr>
              <a:buFont typeface="Domine"/>
              <a:buNone/>
              <a:defRPr sz="3200" b="0" i="0" u="none" strike="noStrike" cap="none">
                <a:solidFill>
                  <a:schemeClr val="dk2"/>
                </a:solidFill>
                <a:latin typeface="Domine"/>
                <a:ea typeface="Domine"/>
                <a:cs typeface="Domine"/>
                <a:sym typeface="Domine"/>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609600" y="1219201"/>
            <a:ext cx="10972800" cy="4910327"/>
          </a:xfrm>
          <a:prstGeom prst="rect">
            <a:avLst/>
          </a:prstGeom>
          <a:noFill/>
          <a:ln>
            <a:noFill/>
          </a:ln>
        </p:spPr>
        <p:txBody>
          <a:bodyPr lIns="91425" tIns="91425" rIns="91425" bIns="91425" anchor="t" anchorCtr="0"/>
          <a:lstStyle>
            <a:lvl1pPr marL="274320" marR="0" lvl="0" indent="-148844" algn="l" rtl="0">
              <a:spcBef>
                <a:spcPts val="600"/>
              </a:spcBef>
              <a:buClr>
                <a:schemeClr val="accent1"/>
              </a:buClr>
              <a:buSzPct val="76000"/>
              <a:buFont typeface="Bookman Old Style"/>
              <a:buChar char="▶"/>
              <a:defRPr sz="2600" b="0" i="0" u="none" strike="noStrike" cap="none">
                <a:solidFill>
                  <a:schemeClr val="dk1"/>
                </a:solidFill>
                <a:latin typeface="Bookman Old Style"/>
                <a:ea typeface="Bookman Old Style"/>
                <a:cs typeface="Bookman Old Style"/>
                <a:sym typeface="Bookman Old Style"/>
              </a:defRPr>
            </a:lvl1pPr>
            <a:lvl2pPr marL="548640" marR="0" lvl="1" indent="-170942" algn="l" rtl="0">
              <a:spcBef>
                <a:spcPts val="500"/>
              </a:spcBef>
              <a:buClr>
                <a:schemeClr val="accent2"/>
              </a:buClr>
              <a:buSzPct val="76000"/>
              <a:buFont typeface="Bookman Old Style"/>
              <a:buChar char="▶"/>
              <a:defRPr sz="2300" b="0" i="0" u="none" strike="noStrike" cap="none">
                <a:solidFill>
                  <a:schemeClr val="dk2"/>
                </a:solidFill>
                <a:latin typeface="Bookman Old Style"/>
                <a:ea typeface="Bookman Old Style"/>
                <a:cs typeface="Bookman Old Style"/>
                <a:sym typeface="Bookman Old Style"/>
              </a:defRPr>
            </a:lvl2pPr>
            <a:lvl3pPr marL="822960" marR="0" lvl="2" indent="-142240" algn="l" rtl="0">
              <a:spcBef>
                <a:spcPts val="500"/>
              </a:spcBef>
              <a:buClr>
                <a:srgbClr val="BABABA"/>
              </a:buClr>
              <a:buSzPct val="76000"/>
              <a:buFont typeface="Bookman Old Style"/>
              <a:buChar char="▶"/>
              <a:defRPr sz="2000" b="0" i="0" u="none" strike="noStrike" cap="none">
                <a:solidFill>
                  <a:schemeClr val="dk1"/>
                </a:solidFill>
                <a:latin typeface="Bookman Old Style"/>
                <a:ea typeface="Bookman Old Style"/>
                <a:cs typeface="Bookman Old Style"/>
                <a:sym typeface="Bookman Old Style"/>
              </a:defRPr>
            </a:lvl3pPr>
            <a:lvl4pPr marL="1097280" marR="0" lvl="3" indent="-153669" algn="l" rtl="0">
              <a:spcBef>
                <a:spcPts val="400"/>
              </a:spcBef>
              <a:buClr>
                <a:srgbClr val="8BA1B3"/>
              </a:buClr>
              <a:buSzPct val="70000"/>
              <a:buFont typeface="Bookman Old Style"/>
              <a:buChar char="◻"/>
              <a:defRPr sz="1800" b="0" i="0" u="none" strike="noStrike" cap="none">
                <a:solidFill>
                  <a:schemeClr val="dk1"/>
                </a:solidFill>
                <a:latin typeface="Bookman Old Style"/>
                <a:ea typeface="Bookman Old Style"/>
                <a:cs typeface="Bookman Old Style"/>
                <a:sym typeface="Bookman Old Style"/>
              </a:defRPr>
            </a:lvl4pPr>
            <a:lvl5pPr marL="1371600" marR="0" lvl="4" indent="-157480" algn="l" rtl="0">
              <a:spcBef>
                <a:spcPts val="300"/>
              </a:spcBef>
              <a:buClr>
                <a:schemeClr val="accent2"/>
              </a:buClr>
              <a:buSzPct val="70000"/>
              <a:buFont typeface="Bookman Old Style"/>
              <a:buChar char="◻"/>
              <a:defRPr sz="1600" b="0" i="0" u="none" strike="noStrike" cap="none">
                <a:solidFill>
                  <a:schemeClr val="dk1"/>
                </a:solidFill>
                <a:latin typeface="Bookman Old Style"/>
                <a:ea typeface="Bookman Old Style"/>
                <a:cs typeface="Bookman Old Style"/>
                <a:sym typeface="Bookman Old Style"/>
              </a:defRPr>
            </a:lvl5pPr>
            <a:lvl6pPr marL="1645920" marR="0" lvl="5" indent="-109220" algn="l" rtl="0">
              <a:spcBef>
                <a:spcPts val="300"/>
              </a:spcBef>
              <a:buClr>
                <a:srgbClr val="8BA1B3"/>
              </a:buClr>
              <a:buSzPct val="75000"/>
              <a:buFont typeface="Bookman Old Style"/>
              <a:buChar char="▶"/>
              <a:defRPr sz="1600" b="0" i="0" u="none" strike="noStrike" cap="none">
                <a:solidFill>
                  <a:schemeClr val="dk1"/>
                </a:solidFill>
                <a:latin typeface="Bookman Old Style"/>
                <a:ea typeface="Bookman Old Style"/>
                <a:cs typeface="Bookman Old Style"/>
                <a:sym typeface="Bookman Old Style"/>
              </a:defRPr>
            </a:lvl6pPr>
            <a:lvl7pPr marL="1828800" marR="0" lvl="6" indent="-123825" algn="l" rtl="0">
              <a:spcBef>
                <a:spcPts val="300"/>
              </a:spcBef>
              <a:buClr>
                <a:srgbClr val="646C8F"/>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7pPr>
            <a:lvl8pPr marL="2011679" marR="0" lvl="7" indent="-116204" algn="l" rtl="0">
              <a:spcBef>
                <a:spcPts val="300"/>
              </a:spcBef>
              <a:buClr>
                <a:srgbClr val="BABABA"/>
              </a:buClr>
              <a:buSzPct val="75000"/>
              <a:buFont typeface="Bookman Old Style"/>
              <a:buChar char="▶"/>
              <a:defRPr sz="1400" b="0" i="0" u="none" strike="noStrike" cap="none">
                <a:solidFill>
                  <a:schemeClr val="dk1"/>
                </a:solidFill>
                <a:latin typeface="Bookman Old Style"/>
                <a:ea typeface="Bookman Old Style"/>
                <a:cs typeface="Bookman Old Style"/>
                <a:sym typeface="Bookman Old Style"/>
              </a:defRPr>
            </a:lvl8pPr>
            <a:lvl9pPr marL="2194560" marR="0" lvl="8" indent="-130810" algn="l" rtl="0">
              <a:spcBef>
                <a:spcPts val="300"/>
              </a:spcBef>
              <a:buClr>
                <a:srgbClr val="9FB8CD"/>
              </a:buClr>
              <a:buSzPct val="75000"/>
              <a:buFont typeface="Bookman Old Style"/>
              <a:buChar char="▶"/>
              <a:defRPr sz="1200" b="0" i="0" u="none" strike="noStrike" cap="none">
                <a:solidFill>
                  <a:schemeClr val="dk1"/>
                </a:solidFill>
                <a:latin typeface="Bookman Old Style"/>
                <a:ea typeface="Bookman Old Style"/>
                <a:cs typeface="Bookman Old Style"/>
                <a:sym typeface="Bookman Old Style"/>
              </a:defRPr>
            </a:lvl9pPr>
          </a:lstStyle>
          <a:p>
            <a:endParaRPr dirty="0"/>
          </a:p>
        </p:txBody>
      </p:sp>
      <p:sp>
        <p:nvSpPr>
          <p:cNvPr id="12" name="Shape 12"/>
          <p:cNvSpPr txBox="1">
            <a:spLocks noGrp="1"/>
          </p:cNvSpPr>
          <p:nvPr>
            <p:ph type="dt" idx="10"/>
          </p:nvPr>
        </p:nvSpPr>
        <p:spPr>
          <a:xfrm>
            <a:off x="8534401" y="6356351"/>
            <a:ext cx="3052063" cy="365759"/>
          </a:xfrm>
          <a:prstGeom prst="rect">
            <a:avLst/>
          </a:prstGeom>
          <a:noFill/>
          <a:ln>
            <a:noFill/>
          </a:ln>
        </p:spPr>
        <p:txBody>
          <a:bodyPr lIns="91425" tIns="91425" rIns="91425" bIns="91425" anchor="t" anchorCtr="0"/>
          <a:lstStyle>
            <a:lvl1pPr marL="0" marR="0" lvl="0" indent="0" algn="l" rtl="0">
              <a:spcBef>
                <a:spcPts val="0"/>
              </a:spcBef>
              <a:buNone/>
              <a:defRPr sz="1400" b="0" i="0" u="none" strike="noStrike" cap="none">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endParaRPr lang="en-US" dirty="0"/>
          </a:p>
        </p:txBody>
      </p:sp>
      <p:sp>
        <p:nvSpPr>
          <p:cNvPr id="13" name="Shape 13"/>
          <p:cNvSpPr txBox="1">
            <a:spLocks noGrp="1"/>
          </p:cNvSpPr>
          <p:nvPr>
            <p:ph type="ftr" idx="11"/>
          </p:nvPr>
        </p:nvSpPr>
        <p:spPr>
          <a:xfrm>
            <a:off x="3864864" y="6356351"/>
            <a:ext cx="4673600" cy="365759"/>
          </a:xfrm>
          <a:prstGeom prst="rect">
            <a:avLst/>
          </a:prstGeom>
          <a:noFill/>
          <a:ln>
            <a:noFill/>
          </a:ln>
        </p:spPr>
        <p:txBody>
          <a:bodyPr lIns="91425" tIns="91425" rIns="91425" bIns="91425" anchor="t" anchorCtr="0"/>
          <a:lstStyle>
            <a:lvl1pPr marL="0" marR="0" lvl="0" indent="0" algn="r" rtl="0">
              <a:spcBef>
                <a:spcPts val="0"/>
              </a:spcBef>
              <a:buNone/>
              <a:defRPr sz="1400" b="0" i="0" u="none" strike="noStrike" cap="none">
                <a:solidFill>
                  <a:schemeClr val="dk2"/>
                </a:solidFill>
                <a:latin typeface="Bookman Old Style" panose="02050604050505020204" pitchFamily="18" charset="0"/>
                <a:ea typeface="Bookman Old Style" panose="02050604050505020204" pitchFamily="18" charset="0"/>
                <a:cs typeface="Bookman Old Style" panose="02050604050505020204" pitchFamily="18" charset="0"/>
                <a:sym typeface="Bookman Old Style"/>
              </a:defRPr>
            </a:lvl1pPr>
            <a:lvl2pPr marL="457200" marR="0" lvl="1"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2pPr>
            <a:lvl3pPr marL="914400" marR="0" lvl="2"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3pPr>
            <a:lvl4pPr marL="1371600" marR="0" lvl="3"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4pPr>
            <a:lvl5pPr marL="1828800" marR="0" lvl="4"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5pPr>
            <a:lvl6pPr marL="2286000" marR="0" lvl="5"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6pPr>
            <a:lvl7pPr marL="2743200" marR="0" lvl="6"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7pPr>
            <a:lvl8pPr marL="3200400" marR="0" lvl="7"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8pPr>
            <a:lvl9pPr marL="3657600" marR="0" lvl="8" indent="0" algn="l" rtl="0">
              <a:spcBef>
                <a:spcPts val="0"/>
              </a:spcBef>
              <a:buNone/>
              <a:defRPr sz="1800" b="0" i="0" u="none" strike="noStrike" cap="none">
                <a:solidFill>
                  <a:schemeClr val="dk1"/>
                </a:solidFill>
                <a:latin typeface="Bookman Old Style"/>
                <a:ea typeface="Bookman Old Style"/>
                <a:cs typeface="Bookman Old Style"/>
                <a:sym typeface="Bookman Old Style"/>
              </a:defRPr>
            </a:lvl9pPr>
          </a:lstStyle>
          <a:p>
            <a:r>
              <a:rPr lang="fr-FR" dirty="0"/>
              <a:t>Md. Rezaul Islam, Lecturer, DIU</a:t>
            </a:r>
          </a:p>
        </p:txBody>
      </p:sp>
      <p:sp>
        <p:nvSpPr>
          <p:cNvPr id="14" name="Shape 14"/>
          <p:cNvSpPr txBox="1">
            <a:spLocks noGrp="1"/>
          </p:cNvSpPr>
          <p:nvPr>
            <p:ph type="sldNum" idx="12"/>
          </p:nvPr>
        </p:nvSpPr>
        <p:spPr>
          <a:xfrm>
            <a:off x="816863" y="6356351"/>
            <a:ext cx="2641599" cy="365759"/>
          </a:xfrm>
          <a:prstGeom prst="rect">
            <a:avLst/>
          </a:prstGeom>
          <a:noFill/>
          <a:ln>
            <a:noFill/>
          </a:ln>
        </p:spPr>
        <p:txBody>
          <a:bodyPr lIns="91425" tIns="45700" rIns="91425" bIns="45700" anchor="t" anchorCtr="0">
            <a:noAutofit/>
          </a:bodyPr>
          <a:lstStyle>
            <a:lvl1pPr>
              <a:defRPr>
                <a:latin typeface="Bookman Old Style" panose="02050604050505020204" pitchFamily="18" charset="0"/>
              </a:defRPr>
            </a:lvl1pPr>
          </a:lstStyle>
          <a:p>
            <a:pPr>
              <a:buSzPct val="25000"/>
            </a:pPr>
            <a:fld id="{00000000-1234-1234-1234-123412341234}" type="slidenum">
              <a:rPr lang="en-GB" smtClean="0">
                <a:solidFill>
                  <a:schemeClr val="dk2"/>
                </a:solidFill>
                <a:ea typeface="Bookman Old Style"/>
                <a:cs typeface="Bookman Old Style"/>
                <a:sym typeface="Bookman Old Style"/>
              </a:rPr>
              <a:pPr>
                <a:buSzPct val="25000"/>
              </a:pPr>
              <a:t>‹#›</a:t>
            </a:fld>
            <a:endParaRPr lang="en-GB" dirty="0">
              <a:solidFill>
                <a:schemeClr val="dk2"/>
              </a:solidFill>
              <a:ea typeface="Bookman Old Style"/>
              <a:cs typeface="Bookman Old Style"/>
              <a:sym typeface="Bookman Old Style"/>
            </a:endParaRPr>
          </a:p>
        </p:txBody>
      </p:sp>
      <p:cxnSp>
        <p:nvCxnSpPr>
          <p:cNvPr id="15" name="Shape 15"/>
          <p:cNvCxnSpPr/>
          <p:nvPr/>
        </p:nvCxnSpPr>
        <p:spPr>
          <a:xfrm>
            <a:off x="609600" y="6353175"/>
            <a:ext cx="10972800" cy="0"/>
          </a:xfrm>
          <a:prstGeom prst="straightConnector1">
            <a:avLst/>
          </a:prstGeom>
          <a:noFill/>
          <a:ln w="9525" cap="flat" cmpd="sng">
            <a:solidFill>
              <a:schemeClr val="accent2"/>
            </a:solidFill>
            <a:prstDash val="dash"/>
            <a:round/>
            <a:headEnd type="none" w="med" len="med"/>
            <a:tailEnd type="none" w="med" len="med"/>
          </a:ln>
        </p:spPr>
      </p:cxnSp>
      <p:cxnSp>
        <p:nvCxnSpPr>
          <p:cNvPr id="16" name="Shape 16"/>
          <p:cNvCxnSpPr/>
          <p:nvPr/>
        </p:nvCxnSpPr>
        <p:spPr>
          <a:xfrm>
            <a:off x="609600" y="1143000"/>
            <a:ext cx="10972800" cy="0"/>
          </a:xfrm>
          <a:prstGeom prst="straightConnector1">
            <a:avLst/>
          </a:prstGeom>
          <a:noFill/>
          <a:ln w="9525" cap="flat" cmpd="sng">
            <a:solidFill>
              <a:schemeClr val="accent2"/>
            </a:solidFill>
            <a:prstDash val="dash"/>
            <a:round/>
            <a:headEnd type="none" w="med" len="med"/>
            <a:tailEnd type="none" w="med" len="med"/>
          </a:ln>
        </p:spPr>
      </p:cxnSp>
      <p:sp>
        <p:nvSpPr>
          <p:cNvPr id="17" name="Shape 17"/>
          <p:cNvSpPr/>
          <p:nvPr/>
        </p:nvSpPr>
        <p:spPr>
          <a:xfrm rot="5400000">
            <a:off x="590608" y="6447423"/>
            <a:ext cx="190849" cy="160417"/>
          </a:xfrm>
          <a:prstGeom prst="triangle">
            <a:avLst>
              <a:gd name="adj" fmla="val 50000"/>
            </a:avLst>
          </a:prstGeom>
          <a:solidFill>
            <a:schemeClr val="accent2"/>
          </a:solidFill>
          <a:ln>
            <a:noFill/>
          </a:ln>
        </p:spPr>
        <p:txBody>
          <a:bodyPr lIns="91425" tIns="45700" rIns="91425" bIns="45700" anchor="ctr" anchorCtr="0">
            <a:noAutofit/>
          </a:bodyPr>
          <a:lstStyle/>
          <a:p>
            <a:pPr marL="0" marR="0" lvl="0" indent="0" algn="ctr" rtl="0">
              <a:spcBef>
                <a:spcPts val="0"/>
              </a:spcBef>
              <a:buNone/>
            </a:pPr>
            <a:endParaRPr sz="1800" b="0" i="0" u="none" strike="noStrike" cap="none" dirty="0">
              <a:solidFill>
                <a:schemeClr val="lt1"/>
              </a:solidFill>
              <a:latin typeface="Bookman Old Style" panose="02050604050505020204" pitchFamily="18" charset="0"/>
              <a:ea typeface="Bookman Old Style"/>
              <a:cs typeface="Bookman Old Style"/>
              <a:sym typeface="Bookman Old Style"/>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Bookman Old Style" panose="02050604050505020204" pitchFamily="18" charset="0"/>
          <a:ea typeface="Bookman Old Style" panose="02050604050505020204" pitchFamily="18" charset="0"/>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44C418E-6D7F-42ED-9D57-BCA68BFDD95C}"/>
              </a:ext>
            </a:extLst>
          </p:cNvPr>
          <p:cNvSpPr>
            <a:spLocks noGrp="1" noChangeArrowheads="1"/>
          </p:cNvSpPr>
          <p:nvPr>
            <p:ph type="title"/>
          </p:nvPr>
        </p:nvSpPr>
        <p:spPr>
          <a:xfrm>
            <a:off x="1747975" y="429974"/>
            <a:ext cx="8538966" cy="733233"/>
          </a:xfrm>
        </p:spPr>
        <p:txBody>
          <a:bodyPr/>
          <a:lstStyle/>
          <a:p>
            <a:pPr algn="l" eaLnBrk="1" hangingPunct="1">
              <a:defRPr/>
            </a:pPr>
            <a:r>
              <a:rPr lang="en-US" sz="3000" b="1" dirty="0">
                <a:latin typeface="Tw Cen MT" panose="020B0602020104020603" pitchFamily="34" charset="0"/>
              </a:rPr>
              <a:t>System Architecture &amp; Communication</a:t>
            </a:r>
            <a:endParaRPr lang="en-US" altLang="en-US" sz="3000" dirty="0">
              <a:solidFill>
                <a:schemeClr val="tx1"/>
              </a:solidFill>
              <a:effectLst>
                <a:outerShdw blurRad="38100" dist="38100" dir="2700000" algn="tl">
                  <a:srgbClr val="000000">
                    <a:alpha val="43137"/>
                  </a:srgbClr>
                </a:outerShdw>
              </a:effectLst>
              <a:latin typeface="Tw Cen MT" panose="020B0602020104020603" pitchFamily="34" charset="0"/>
              <a:cs typeface="Arial" panose="020B0604020202020204" pitchFamily="34" charset="0"/>
            </a:endParaRPr>
          </a:p>
        </p:txBody>
      </p:sp>
      <p:sp>
        <p:nvSpPr>
          <p:cNvPr id="3075" name="Rectangle 3">
            <a:extLst>
              <a:ext uri="{FF2B5EF4-FFF2-40B4-BE49-F238E27FC236}">
                <a16:creationId xmlns:a16="http://schemas.microsoft.com/office/drawing/2014/main" id="{F6CF28AE-F493-41B9-8F4D-8412204826D1}"/>
              </a:ext>
            </a:extLst>
          </p:cNvPr>
          <p:cNvSpPr>
            <a:spLocks noGrp="1" noChangeArrowheads="1"/>
          </p:cNvSpPr>
          <p:nvPr>
            <p:ph type="body" idx="1"/>
          </p:nvPr>
        </p:nvSpPr>
        <p:spPr>
          <a:xfrm>
            <a:off x="2104234" y="1346996"/>
            <a:ext cx="9412941" cy="4714413"/>
          </a:xfrm>
        </p:spPr>
        <p:txBody>
          <a:bodyPr/>
          <a:lstStyle/>
          <a:p>
            <a:pPr algn="r" eaLnBrk="1" hangingPunct="1">
              <a:buFont typeface="Wingdings" panose="05000000000000000000" pitchFamily="2" charset="2"/>
              <a:buNone/>
            </a:pPr>
            <a:r>
              <a:rPr lang="en-US" altLang="en-US" sz="8000" dirty="0">
                <a:latin typeface="Tw Cen MT" panose="020B0602020104020603" pitchFamily="34" charset="0"/>
              </a:rPr>
              <a:t> ICTE 4341</a:t>
            </a:r>
          </a:p>
          <a:p>
            <a:pPr algn="r" eaLnBrk="1" hangingPunct="1">
              <a:buClr>
                <a:srgbClr val="C2D6D6"/>
              </a:buClr>
              <a:buFont typeface="Wingdings" panose="05000000000000000000" pitchFamily="2" charset="2"/>
              <a:buNone/>
            </a:pPr>
            <a:r>
              <a:rPr lang="en-US" altLang="en-US" b="1" dirty="0">
                <a:solidFill>
                  <a:srgbClr val="0070C0"/>
                </a:solidFill>
                <a:latin typeface="Tw Cen MT" panose="020B0602020104020603" pitchFamily="34" charset="0"/>
              </a:rPr>
              <a:t> Educational Cloud Networking and Management</a:t>
            </a:r>
          </a:p>
          <a:p>
            <a:pPr algn="r" eaLnBrk="1" hangingPunct="1">
              <a:buClr>
                <a:srgbClr val="C2D6D6"/>
              </a:buClr>
              <a:buFont typeface="Wingdings" panose="05000000000000000000" pitchFamily="2" charset="2"/>
              <a:buNone/>
            </a:pPr>
            <a:endParaRPr lang="en-US" altLang="en-US" sz="2824" dirty="0">
              <a:solidFill>
                <a:srgbClr val="009999"/>
              </a:solidFill>
              <a:latin typeface="Tw Cen MT" panose="020B0602020104020603" pitchFamily="34" charset="0"/>
              <a:cs typeface="Arial" panose="020B0604020202020204" pitchFamily="34" charset="0"/>
            </a:endParaRPr>
          </a:p>
          <a:p>
            <a:pPr algn="r" eaLnBrk="1" hangingPunct="1">
              <a:buClr>
                <a:srgbClr val="C2D6D6"/>
              </a:buClr>
              <a:buFont typeface="Wingdings" panose="05000000000000000000" pitchFamily="2" charset="2"/>
              <a:buNone/>
            </a:pPr>
            <a:endParaRPr lang="en-US" altLang="en-US" sz="2824" dirty="0">
              <a:solidFill>
                <a:srgbClr val="009999"/>
              </a:solidFill>
              <a:latin typeface="Tw Cen MT" panose="020B0602020104020603" pitchFamily="34" charset="0"/>
              <a:cs typeface="Arial" panose="020B0604020202020204" pitchFamily="34" charset="0"/>
            </a:endParaRPr>
          </a:p>
          <a:p>
            <a:pPr algn="r" eaLnBrk="1" hangingPunct="1">
              <a:buClr>
                <a:srgbClr val="C2D6D6"/>
              </a:buClr>
              <a:buFont typeface="Wingdings" panose="05000000000000000000" pitchFamily="2" charset="2"/>
              <a:buNone/>
            </a:pPr>
            <a:r>
              <a:rPr lang="en-US" altLang="en-US" sz="2800" dirty="0">
                <a:solidFill>
                  <a:schemeClr val="tx1"/>
                </a:solidFill>
                <a:latin typeface="Tw Cen MT" panose="020B0602020104020603" pitchFamily="34" charset="0"/>
                <a:cs typeface="Arial" panose="020B0604020202020204" pitchFamily="34" charset="0"/>
              </a:rPr>
              <a:t>MD. REZAUL ISLAM</a:t>
            </a:r>
          </a:p>
          <a:p>
            <a:pPr algn="r" eaLnBrk="1" hangingPunct="1">
              <a:buClr>
                <a:srgbClr val="C2D6D6"/>
              </a:buClr>
              <a:buFont typeface="Wingdings" panose="05000000000000000000" pitchFamily="2" charset="2"/>
              <a:buNone/>
            </a:pPr>
            <a:r>
              <a:rPr lang="en-US" altLang="en-US" sz="2800" dirty="0">
                <a:solidFill>
                  <a:schemeClr val="tx1"/>
                </a:solidFill>
                <a:latin typeface="Tw Cen MT" panose="020B0602020104020603" pitchFamily="34" charset="0"/>
                <a:cs typeface="Arial" panose="020B0604020202020204" pitchFamily="34" charset="0"/>
              </a:rPr>
              <a:t>Lecturer</a:t>
            </a:r>
          </a:p>
          <a:p>
            <a:pPr algn="r" eaLnBrk="1" hangingPunct="1">
              <a:buClr>
                <a:srgbClr val="C2D6D6"/>
              </a:buClr>
              <a:buFont typeface="Wingdings" panose="05000000000000000000" pitchFamily="2" charset="2"/>
              <a:buNone/>
            </a:pPr>
            <a:r>
              <a:rPr lang="en-US" altLang="en-US" sz="2800" dirty="0">
                <a:solidFill>
                  <a:schemeClr val="tx1"/>
                </a:solidFill>
                <a:latin typeface="Tw Cen MT" panose="020B0602020104020603" pitchFamily="34" charset="0"/>
                <a:cs typeface="Arial" panose="020B0604020202020204" pitchFamily="34" charset="0"/>
              </a:rPr>
              <a:t>Dept. </a:t>
            </a:r>
            <a:r>
              <a:rPr lang="bn-BD" altLang="en-US" sz="2800" dirty="0">
                <a:solidFill>
                  <a:schemeClr val="tx1"/>
                </a:solidFill>
                <a:latin typeface="Tw Cen MT" panose="020B0602020104020603" pitchFamily="34" charset="0"/>
              </a:rPr>
              <a:t>o</a:t>
            </a:r>
            <a:r>
              <a:rPr lang="en-US" altLang="en-US" sz="2800" dirty="0">
                <a:solidFill>
                  <a:schemeClr val="tx1"/>
                </a:solidFill>
                <a:latin typeface="Tw Cen MT" panose="020B0602020104020603" pitchFamily="34" charset="0"/>
                <a:cs typeface="Arial" panose="020B0604020202020204" pitchFamily="34" charset="0"/>
              </a:rPr>
              <a:t>f </a:t>
            </a:r>
            <a:r>
              <a:rPr lang="en-US" altLang="en-US" sz="2800" dirty="0" err="1">
                <a:solidFill>
                  <a:schemeClr val="tx1"/>
                </a:solidFill>
                <a:latin typeface="Tw Cen MT" panose="020B0602020104020603" pitchFamily="34" charset="0"/>
                <a:cs typeface="Arial" panose="020B0604020202020204" pitchFamily="34" charset="0"/>
              </a:rPr>
              <a:t>EdTE</a:t>
            </a:r>
            <a:r>
              <a:rPr lang="en-US" altLang="en-US" sz="2800" dirty="0">
                <a:solidFill>
                  <a:schemeClr val="tx1"/>
                </a:solidFill>
                <a:latin typeface="Tw Cen MT" panose="020B0602020104020603" pitchFamily="34" charset="0"/>
                <a:cs typeface="Arial" panose="020B0604020202020204" pitchFamily="34" charset="0"/>
              </a:rPr>
              <a:t>, BDU</a:t>
            </a:r>
          </a:p>
        </p:txBody>
      </p:sp>
      <p:grpSp>
        <p:nvGrpSpPr>
          <p:cNvPr id="5" name="Group 4">
            <a:extLst>
              <a:ext uri="{FF2B5EF4-FFF2-40B4-BE49-F238E27FC236}">
                <a16:creationId xmlns:a16="http://schemas.microsoft.com/office/drawing/2014/main" id="{0F22790B-307E-46FB-B182-8E21E4FDA5DE}"/>
              </a:ext>
            </a:extLst>
          </p:cNvPr>
          <p:cNvGrpSpPr/>
          <p:nvPr/>
        </p:nvGrpSpPr>
        <p:grpSpPr>
          <a:xfrm>
            <a:off x="674825" y="579440"/>
            <a:ext cx="8593138" cy="1052512"/>
            <a:chOff x="76200" y="242888"/>
            <a:chExt cx="8593138" cy="1052512"/>
          </a:xfrm>
        </p:grpSpPr>
        <p:sp>
          <p:nvSpPr>
            <p:cNvPr id="6" name="Rectangle 2">
              <a:extLst>
                <a:ext uri="{FF2B5EF4-FFF2-40B4-BE49-F238E27FC236}">
                  <a16:creationId xmlns:a16="http://schemas.microsoft.com/office/drawing/2014/main" id="{491AB4CE-DFFD-4AC7-A67C-1E3398557FFA}"/>
                </a:ext>
              </a:extLst>
            </p:cNvPr>
            <p:cNvSpPr>
              <a:spLocks noChangeArrowheads="1"/>
            </p:cNvSpPr>
            <p:nvPr/>
          </p:nvSpPr>
          <p:spPr bwMode="ltGray">
            <a:xfrm>
              <a:off x="366713" y="350838"/>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dirty="0">
                <a:latin typeface="Tahoma" panose="020B0604030504040204" pitchFamily="34" charset="0"/>
              </a:endParaRPr>
            </a:p>
          </p:txBody>
        </p:sp>
        <p:sp>
          <p:nvSpPr>
            <p:cNvPr id="7" name="Rectangle 3">
              <a:extLst>
                <a:ext uri="{FF2B5EF4-FFF2-40B4-BE49-F238E27FC236}">
                  <a16:creationId xmlns:a16="http://schemas.microsoft.com/office/drawing/2014/main" id="{CD849015-CD2D-4530-BBAC-E0B92245302C}"/>
                </a:ext>
              </a:extLst>
            </p:cNvPr>
            <p:cNvSpPr>
              <a:spLocks noChangeArrowheads="1"/>
            </p:cNvSpPr>
            <p:nvPr/>
          </p:nvSpPr>
          <p:spPr bwMode="ltGray">
            <a:xfrm>
              <a:off x="749300" y="350838"/>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dirty="0">
                <a:latin typeface="Tahoma" panose="020B0604030504040204" pitchFamily="34" charset="0"/>
              </a:endParaRPr>
            </a:p>
          </p:txBody>
        </p:sp>
        <p:grpSp>
          <p:nvGrpSpPr>
            <p:cNvPr id="8" name="Group 14">
              <a:extLst>
                <a:ext uri="{FF2B5EF4-FFF2-40B4-BE49-F238E27FC236}">
                  <a16:creationId xmlns:a16="http://schemas.microsoft.com/office/drawing/2014/main" id="{A077178F-4DC9-4870-8041-39408A283493}"/>
                </a:ext>
              </a:extLst>
            </p:cNvPr>
            <p:cNvGrpSpPr>
              <a:grpSpLocks/>
            </p:cNvGrpSpPr>
            <p:nvPr/>
          </p:nvGrpSpPr>
          <p:grpSpPr bwMode="auto">
            <a:xfrm>
              <a:off x="490538" y="773113"/>
              <a:ext cx="738187" cy="474662"/>
              <a:chOff x="309" y="487"/>
              <a:chExt cx="465" cy="299"/>
            </a:xfrm>
          </p:grpSpPr>
          <p:sp>
            <p:nvSpPr>
              <p:cNvPr id="12" name="Rectangle 4">
                <a:extLst>
                  <a:ext uri="{FF2B5EF4-FFF2-40B4-BE49-F238E27FC236}">
                    <a16:creationId xmlns:a16="http://schemas.microsoft.com/office/drawing/2014/main" id="{964DEA70-23CA-4BBC-BBAE-8973653EE88E}"/>
                  </a:ext>
                </a:extLst>
              </p:cNvPr>
              <p:cNvSpPr>
                <a:spLocks noChangeArrowheads="1"/>
              </p:cNvSpPr>
              <p:nvPr/>
            </p:nvSpPr>
            <p:spPr bwMode="ltGray">
              <a:xfrm>
                <a:off x="309" y="487"/>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dirty="0">
                  <a:latin typeface="Tahoma" panose="020B0604030504040204" pitchFamily="34" charset="0"/>
                </a:endParaRPr>
              </a:p>
            </p:txBody>
          </p:sp>
          <p:sp>
            <p:nvSpPr>
              <p:cNvPr id="13" name="Rectangle 5">
                <a:extLst>
                  <a:ext uri="{FF2B5EF4-FFF2-40B4-BE49-F238E27FC236}">
                    <a16:creationId xmlns:a16="http://schemas.microsoft.com/office/drawing/2014/main" id="{B9FB5800-12F1-4D5D-ADE6-004070137E23}"/>
                  </a:ext>
                </a:extLst>
              </p:cNvPr>
              <p:cNvSpPr>
                <a:spLocks noChangeArrowheads="1"/>
              </p:cNvSpPr>
              <p:nvPr/>
            </p:nvSpPr>
            <p:spPr bwMode="ltGray">
              <a:xfrm>
                <a:off x="542" y="487"/>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dirty="0">
                  <a:latin typeface="Tahoma" panose="020B0604030504040204" pitchFamily="34" charset="0"/>
                </a:endParaRPr>
              </a:p>
            </p:txBody>
          </p:sp>
        </p:grpSp>
        <p:sp>
          <p:nvSpPr>
            <p:cNvPr id="9" name="Rectangle 6">
              <a:extLst>
                <a:ext uri="{FF2B5EF4-FFF2-40B4-BE49-F238E27FC236}">
                  <a16:creationId xmlns:a16="http://schemas.microsoft.com/office/drawing/2014/main" id="{E1067F04-039E-4A09-A817-B52F167FFF9F}"/>
                </a:ext>
              </a:extLst>
            </p:cNvPr>
            <p:cNvSpPr>
              <a:spLocks noChangeArrowheads="1"/>
            </p:cNvSpPr>
            <p:nvPr/>
          </p:nvSpPr>
          <p:spPr bwMode="ltGray">
            <a:xfrm>
              <a:off x="76200" y="700088"/>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dirty="0">
                <a:latin typeface="Tahoma" panose="020B0604030504040204" pitchFamily="34" charset="0"/>
              </a:endParaRPr>
            </a:p>
          </p:txBody>
        </p:sp>
        <p:sp>
          <p:nvSpPr>
            <p:cNvPr id="10" name="Rectangle 7">
              <a:extLst>
                <a:ext uri="{FF2B5EF4-FFF2-40B4-BE49-F238E27FC236}">
                  <a16:creationId xmlns:a16="http://schemas.microsoft.com/office/drawing/2014/main" id="{0F8065E7-19CB-4690-A907-B313FA47EE69}"/>
                </a:ext>
              </a:extLst>
            </p:cNvPr>
            <p:cNvSpPr>
              <a:spLocks noChangeArrowheads="1"/>
            </p:cNvSpPr>
            <p:nvPr/>
          </p:nvSpPr>
          <p:spPr bwMode="gray">
            <a:xfrm>
              <a:off x="711200" y="242888"/>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dirty="0">
                <a:latin typeface="Tahoma" panose="020B0604030504040204" pitchFamily="34" charset="0"/>
              </a:endParaRPr>
            </a:p>
          </p:txBody>
        </p:sp>
        <p:sp>
          <p:nvSpPr>
            <p:cNvPr id="11" name="Rectangle 8">
              <a:extLst>
                <a:ext uri="{FF2B5EF4-FFF2-40B4-BE49-F238E27FC236}">
                  <a16:creationId xmlns:a16="http://schemas.microsoft.com/office/drawing/2014/main" id="{8C8D6EE4-3923-4384-B313-790235729739}"/>
                </a:ext>
              </a:extLst>
            </p:cNvPr>
            <p:cNvSpPr>
              <a:spLocks noChangeArrowheads="1"/>
            </p:cNvSpPr>
            <p:nvPr/>
          </p:nvSpPr>
          <p:spPr bwMode="gray">
            <a:xfrm>
              <a:off x="442913" y="77311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dirty="0">
                <a:latin typeface="Tahoma" panose="020B0604030504040204" pitchFamily="34"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Content</a:t>
            </a:r>
          </a:p>
        </p:txBody>
      </p:sp>
      <p:sp>
        <p:nvSpPr>
          <p:cNvPr id="117" name="Shape 117"/>
          <p:cNvSpPr txBox="1"/>
          <p:nvPr/>
        </p:nvSpPr>
        <p:spPr>
          <a:xfrm>
            <a:off x="542145" y="1521880"/>
            <a:ext cx="9668655" cy="4629538"/>
          </a:xfrm>
          <a:prstGeom prst="rect">
            <a:avLst/>
          </a:prstGeom>
          <a:noFill/>
          <a:ln>
            <a:noFill/>
          </a:ln>
        </p:spPr>
        <p:txBody>
          <a:bodyPr lIns="91425" tIns="45700" rIns="91425" bIns="45700" anchor="t" anchorCtr="0">
            <a:noAutofit/>
          </a:bodyPr>
          <a:lstStyle/>
          <a:p>
            <a:pPr marL="274320" indent="-274320">
              <a:buClr>
                <a:schemeClr val="accent1"/>
              </a:buClr>
              <a:buSzPct val="76000"/>
              <a:buFont typeface="Bookman Old Style"/>
              <a:buChar char="▶"/>
            </a:pPr>
            <a:r>
              <a:rPr lang="en-US" sz="1800" dirty="0">
                <a:solidFill>
                  <a:schemeClr val="dk1"/>
                </a:solidFill>
                <a:latin typeface="Bookman Old Style" panose="02050604050505020204" pitchFamily="18" charset="0"/>
                <a:ea typeface="Bookman Old Style"/>
                <a:cs typeface="Bookman Old Style"/>
                <a:sym typeface="Bookman Old Style"/>
              </a:rPr>
              <a:t>System Architecture</a:t>
            </a:r>
          </a:p>
          <a:p>
            <a:pPr marL="274320" indent="-274320">
              <a:buClr>
                <a:schemeClr val="accent1"/>
              </a:buClr>
              <a:buSzPct val="76000"/>
              <a:buFont typeface="Bookman Old Style"/>
              <a:buChar char="▶"/>
            </a:pPr>
            <a:endParaRPr lang="en-US" sz="1800" dirty="0">
              <a:solidFill>
                <a:schemeClr val="dk1"/>
              </a:solidFill>
              <a:latin typeface="Bookman Old Style" panose="02050604050505020204" pitchFamily="18" charset="0"/>
              <a:ea typeface="Bookman Old Style"/>
              <a:cs typeface="Bookman Old Style"/>
              <a:sym typeface="Bookman Old Style"/>
            </a:endParaRPr>
          </a:p>
          <a:p>
            <a:pPr marL="274320" indent="-274320">
              <a:buClr>
                <a:schemeClr val="accent1"/>
              </a:buClr>
              <a:buSzPct val="76000"/>
              <a:buFont typeface="Bookman Old Style"/>
              <a:buChar char="▶"/>
            </a:pPr>
            <a:r>
              <a:rPr lang="en-US" sz="1800" dirty="0">
                <a:solidFill>
                  <a:schemeClr val="dk1"/>
                </a:solidFill>
                <a:latin typeface="Bookman Old Style" panose="02050604050505020204" pitchFamily="18" charset="0"/>
                <a:ea typeface="Bookman Old Style"/>
                <a:cs typeface="Bookman Old Style"/>
                <a:sym typeface="Bookman Old Style"/>
              </a:rPr>
              <a:t>Architectural Patterns</a:t>
            </a:r>
          </a:p>
          <a:p>
            <a:pPr marL="274320" indent="-274320">
              <a:buClr>
                <a:schemeClr val="accent1"/>
              </a:buClr>
              <a:buSzPct val="76000"/>
              <a:buFont typeface="Bookman Old Style"/>
              <a:buChar char="▶"/>
            </a:pPr>
            <a:endParaRPr lang="en-US" sz="1800" dirty="0">
              <a:solidFill>
                <a:schemeClr val="dk1"/>
              </a:solidFill>
              <a:latin typeface="Bookman Old Style" panose="02050604050505020204" pitchFamily="18" charset="0"/>
              <a:ea typeface="Bookman Old Style"/>
              <a:cs typeface="Bookman Old Style"/>
              <a:sym typeface="Bookman Old Style"/>
            </a:endParaRPr>
          </a:p>
          <a:p>
            <a:pPr marL="274320" indent="-274320">
              <a:buClr>
                <a:schemeClr val="accent1"/>
              </a:buClr>
              <a:buSzPct val="76000"/>
              <a:buFont typeface="Bookman Old Style"/>
              <a:buChar char="▶"/>
            </a:pPr>
            <a:r>
              <a:rPr lang="en-US" sz="1800" dirty="0">
                <a:solidFill>
                  <a:schemeClr val="dk1"/>
                </a:solidFill>
                <a:latin typeface="Bookman Old Style" panose="02050604050505020204" pitchFamily="18" charset="0"/>
                <a:ea typeface="Bookman Old Style"/>
                <a:cs typeface="Bookman Old Style"/>
                <a:sym typeface="Bookman Old Style"/>
              </a:rPr>
              <a:t>Communication in Non-distributed &amp; Distributed System</a:t>
            </a:r>
          </a:p>
          <a:p>
            <a:pPr marL="274320" indent="-274320">
              <a:buClr>
                <a:schemeClr val="accent1"/>
              </a:buClr>
              <a:buSzPct val="76000"/>
              <a:buFont typeface="Bookman Old Style"/>
              <a:buChar char="▶"/>
            </a:pPr>
            <a:endParaRPr lang="en-US" sz="1800" dirty="0">
              <a:solidFill>
                <a:schemeClr val="dk1"/>
              </a:solidFill>
              <a:latin typeface="Bookman Old Style" panose="02050604050505020204" pitchFamily="18" charset="0"/>
              <a:ea typeface="Bookman Old Style"/>
              <a:cs typeface="Bookman Old Style"/>
              <a:sym typeface="Bookman Old Style"/>
            </a:endParaRPr>
          </a:p>
          <a:p>
            <a:pPr marL="274320" indent="-274320">
              <a:buClr>
                <a:schemeClr val="accent1"/>
              </a:buClr>
              <a:buSzPct val="76000"/>
              <a:buFont typeface="Bookman Old Style"/>
              <a:buChar char="▶"/>
            </a:pPr>
            <a:r>
              <a:rPr lang="en-US" sz="1800" dirty="0">
                <a:solidFill>
                  <a:schemeClr val="dk1"/>
                </a:solidFill>
                <a:latin typeface="Bookman Old Style" panose="02050604050505020204" pitchFamily="18" charset="0"/>
                <a:ea typeface="Bookman Old Style"/>
                <a:cs typeface="Bookman Old Style"/>
                <a:sym typeface="Bookman Old Style"/>
              </a:rPr>
              <a:t>Communication Modes</a:t>
            </a:r>
          </a:p>
          <a:p>
            <a:pPr marL="274320" indent="-274320">
              <a:buClr>
                <a:schemeClr val="accent1"/>
              </a:buClr>
              <a:buSzPct val="76000"/>
              <a:buFont typeface="Bookman Old Style"/>
              <a:buChar char="▶"/>
            </a:pPr>
            <a:endParaRPr lang="en-US" sz="1800" dirty="0">
              <a:solidFill>
                <a:schemeClr val="dk1"/>
              </a:solidFill>
              <a:latin typeface="Bookman Old Style" panose="02050604050505020204" pitchFamily="18" charset="0"/>
              <a:ea typeface="Bookman Old Style"/>
              <a:cs typeface="Bookman Old Style"/>
              <a:sym typeface="Bookman Old Style"/>
            </a:endParaRPr>
          </a:p>
          <a:p>
            <a:pPr marL="274320" indent="-274320">
              <a:buClr>
                <a:schemeClr val="accent1"/>
              </a:buClr>
              <a:buSzPct val="76000"/>
              <a:buFont typeface="Bookman Old Style"/>
              <a:buChar char="▶"/>
            </a:pPr>
            <a:r>
              <a:rPr lang="en-US" sz="1800" dirty="0">
                <a:solidFill>
                  <a:schemeClr val="dk1"/>
                </a:solidFill>
                <a:latin typeface="Bookman Old Style" panose="02050604050505020204" pitchFamily="18" charset="0"/>
                <a:ea typeface="Bookman Old Style"/>
                <a:cs typeface="Bookman Old Style"/>
                <a:sym typeface="Bookman Old Style"/>
              </a:rPr>
              <a:t>Communication Operation</a:t>
            </a:r>
          </a:p>
          <a:p>
            <a:pPr marL="274320" indent="-274320">
              <a:buClr>
                <a:schemeClr val="accent1"/>
              </a:buClr>
              <a:buSzPct val="76000"/>
              <a:buFont typeface="Bookman Old Style"/>
              <a:buChar char="▶"/>
            </a:pPr>
            <a:endParaRPr lang="en-US" sz="1800" dirty="0">
              <a:solidFill>
                <a:schemeClr val="dk1"/>
              </a:solidFill>
              <a:latin typeface="Bookman Old Style" panose="02050604050505020204" pitchFamily="18" charset="0"/>
              <a:ea typeface="Bookman Old Style"/>
              <a:cs typeface="Bookman Old Style"/>
              <a:sym typeface="Bookman Old Style"/>
            </a:endParaRPr>
          </a:p>
          <a:p>
            <a:pPr marL="274320" indent="-274320">
              <a:buClr>
                <a:schemeClr val="accent1"/>
              </a:buClr>
              <a:buSzPct val="76000"/>
              <a:buFont typeface="Bookman Old Style"/>
              <a:buChar char="▶"/>
            </a:pPr>
            <a:r>
              <a:rPr lang="en-US" sz="1800" dirty="0">
                <a:solidFill>
                  <a:schemeClr val="dk1"/>
                </a:solidFill>
                <a:latin typeface="Bookman Old Style" panose="02050604050505020204" pitchFamily="18" charset="0"/>
                <a:ea typeface="Bookman Old Style"/>
                <a:cs typeface="Bookman Old Style"/>
                <a:sym typeface="Bookman Old Style"/>
              </a:rPr>
              <a:t>Communication Abstractions</a:t>
            </a:r>
          </a:p>
          <a:p>
            <a:pPr marL="274320" indent="-274320">
              <a:buClr>
                <a:schemeClr val="accent1"/>
              </a:buClr>
              <a:buSzPct val="76000"/>
              <a:buFont typeface="Bookman Old Style"/>
              <a:buChar char="▶"/>
            </a:pPr>
            <a:endParaRPr lang="en-US" sz="2400" dirty="0">
              <a:solidFill>
                <a:schemeClr val="dk1"/>
              </a:solidFill>
              <a:latin typeface="Bookman Old Style" panose="02050604050505020204" pitchFamily="18" charset="0"/>
              <a:ea typeface="Bookman Old Style"/>
              <a:cs typeface="Bookman Old Style"/>
              <a:sym typeface="Bookman Old Style"/>
            </a:endParaRPr>
          </a:p>
          <a:p>
            <a:pPr marL="274320" indent="-274320">
              <a:buClr>
                <a:schemeClr val="accent1"/>
              </a:buClr>
              <a:buSzPct val="76000"/>
              <a:buFont typeface="Bookman Old Style"/>
              <a:buChar char="▶"/>
            </a:pPr>
            <a:endParaRPr lang="en-US" sz="2400" dirty="0">
              <a:solidFill>
                <a:schemeClr val="dk1"/>
              </a:solidFill>
              <a:latin typeface="Bookman Old Style" panose="02050604050505020204" pitchFamily="18" charset="0"/>
              <a:ea typeface="Bookman Old Style"/>
              <a:cs typeface="Bookman Old Style"/>
              <a:sym typeface="Bookman Old Style"/>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System Architecture</a:t>
            </a:r>
          </a:p>
        </p:txBody>
      </p:sp>
      <p:sp>
        <p:nvSpPr>
          <p:cNvPr id="117" name="Shape 117"/>
          <p:cNvSpPr txBox="1"/>
          <p:nvPr/>
        </p:nvSpPr>
        <p:spPr>
          <a:xfrm>
            <a:off x="542145" y="1272499"/>
            <a:ext cx="11081820" cy="5003610"/>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dirty="0">
                <a:latin typeface="Bookman Old Style" panose="02050604050505020204" pitchFamily="18" charset="0"/>
              </a:rPr>
              <a:t>A </a:t>
            </a:r>
            <a:r>
              <a:rPr lang="en-US" sz="2000" b="1" dirty="0">
                <a:latin typeface="Bookman Old Style" panose="02050604050505020204" pitchFamily="18" charset="0"/>
              </a:rPr>
              <a:t>distributed system </a:t>
            </a:r>
            <a:r>
              <a:rPr lang="en-US" sz="2000" dirty="0">
                <a:latin typeface="Bookman Old Style" panose="02050604050505020204" pitchFamily="18" charset="0"/>
              </a:rPr>
              <a:t>is composed of a number of elements which are software components, processing nodes and networks. </a:t>
            </a:r>
          </a:p>
          <a:p>
            <a:pPr marL="342900" indent="-342900">
              <a:lnSpc>
                <a:spcPct val="150000"/>
              </a:lnSpc>
              <a:buFont typeface="Wingdings" panose="05000000000000000000" pitchFamily="2" charset="2"/>
              <a:buChar char="§"/>
            </a:pPr>
            <a:r>
              <a:rPr lang="en-US" sz="2000" dirty="0">
                <a:latin typeface="Bookman Old Style" panose="02050604050505020204" pitchFamily="18" charset="0"/>
              </a:rPr>
              <a:t>The software of distributed systems can become fairly complex especially in large distributed systems and its components can spread over many machines.</a:t>
            </a:r>
          </a:p>
          <a:p>
            <a:pPr marL="342900" indent="-342900">
              <a:lnSpc>
                <a:spcPct val="150000"/>
              </a:lnSpc>
              <a:buFont typeface="Wingdings" panose="05000000000000000000" pitchFamily="2" charset="2"/>
              <a:buChar char="§"/>
            </a:pPr>
            <a:r>
              <a:rPr lang="en-US" sz="2000" dirty="0">
                <a:latin typeface="Bookman Old Style" panose="02050604050505020204" pitchFamily="18" charset="0"/>
              </a:rPr>
              <a:t>System has organized in two parts- </a:t>
            </a:r>
            <a:r>
              <a:rPr lang="en-US" sz="2000" b="1" dirty="0">
                <a:solidFill>
                  <a:srgbClr val="FF0000"/>
                </a:solidFill>
                <a:latin typeface="Bookman Old Style" panose="02050604050505020204" pitchFamily="18" charset="0"/>
              </a:rPr>
              <a:t>logical organization </a:t>
            </a:r>
            <a:r>
              <a:rPr lang="en-US" sz="2000" dirty="0">
                <a:latin typeface="Bookman Old Style" panose="02050604050505020204" pitchFamily="18" charset="0"/>
              </a:rPr>
              <a:t>of software components in such a system and </a:t>
            </a:r>
            <a:r>
              <a:rPr lang="en-US" sz="2000" b="1" dirty="0">
                <a:solidFill>
                  <a:srgbClr val="FF0000"/>
                </a:solidFill>
                <a:latin typeface="Bookman Old Style" panose="02050604050505020204" pitchFamily="18" charset="0"/>
              </a:rPr>
              <a:t>physical organization</a:t>
            </a:r>
            <a:r>
              <a:rPr lang="en-US" sz="2000" dirty="0">
                <a:latin typeface="Bookman Old Style" panose="02050604050505020204" pitchFamily="18" charset="0"/>
              </a:rPr>
              <a:t>.</a:t>
            </a:r>
          </a:p>
          <a:p>
            <a:pPr marL="342900" indent="-342900">
              <a:lnSpc>
                <a:spcPct val="150000"/>
              </a:lnSpc>
              <a:buFont typeface="Wingdings" panose="05000000000000000000" pitchFamily="2" charset="2"/>
              <a:buChar char="§"/>
            </a:pPr>
            <a:r>
              <a:rPr lang="en-US" sz="2000" dirty="0">
                <a:latin typeface="Bookman Old Style" panose="02050604050505020204" pitchFamily="18" charset="0"/>
              </a:rPr>
              <a:t>Typical software architectures include the layered, object-oriented, data-centered, service-oriented and event-based architectures.</a:t>
            </a:r>
          </a:p>
          <a:p>
            <a:pPr marL="342900" indent="-342900">
              <a:lnSpc>
                <a:spcPct val="150000"/>
              </a:lnSpc>
              <a:buFont typeface="Wingdings" panose="05000000000000000000" pitchFamily="2" charset="2"/>
              <a:buChar char="§"/>
            </a:pPr>
            <a:r>
              <a:rPr lang="en-US" sz="2000" b="1" dirty="0">
                <a:solidFill>
                  <a:srgbClr val="00B050"/>
                </a:solidFill>
                <a:latin typeface="Bookman Old Style" panose="02050604050505020204" pitchFamily="18" charset="0"/>
              </a:rPr>
              <a:t>Note that </a:t>
            </a:r>
            <a:r>
              <a:rPr lang="en-US" sz="2000" dirty="0">
                <a:solidFill>
                  <a:srgbClr val="00B050"/>
                </a:solidFill>
                <a:latin typeface="Bookman Old Style" panose="02050604050505020204" pitchFamily="18" charset="0"/>
              </a:rPr>
              <a:t>there is no single best architecture—the best architecture for a particular system depends on the application’s requirements and the environment.</a:t>
            </a:r>
          </a:p>
        </p:txBody>
      </p:sp>
    </p:spTree>
    <p:extLst>
      <p:ext uri="{BB962C8B-B14F-4D97-AF65-F5344CB8AC3E}">
        <p14:creationId xmlns:p14="http://schemas.microsoft.com/office/powerpoint/2010/main" val="346014432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209309" y="4059382"/>
            <a:ext cx="6220691" cy="1641554"/>
          </a:xfrm>
          <a:prstGeom prst="rect">
            <a:avLst/>
          </a:prstGeom>
          <a:noFill/>
          <a:ln>
            <a:noFill/>
          </a:ln>
        </p:spPr>
        <p:txBody>
          <a:bodyPr lIns="91425" tIns="45700" rIns="91425" bIns="45700" anchor="b" anchorCtr="0">
            <a:noAutofit/>
          </a:bodyPr>
          <a:lstStyle/>
          <a:p>
            <a:pPr algn="r">
              <a:buSzPct val="25000"/>
            </a:pPr>
            <a:r>
              <a:rPr lang="en-GB" sz="4800" dirty="0"/>
              <a:t>Architectural Patterns</a:t>
            </a:r>
          </a:p>
        </p:txBody>
      </p:sp>
    </p:spTree>
    <p:extLst>
      <p:ext uri="{BB962C8B-B14F-4D97-AF65-F5344CB8AC3E}">
        <p14:creationId xmlns:p14="http://schemas.microsoft.com/office/powerpoint/2010/main" val="119988478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Client-Server</a:t>
            </a:r>
          </a:p>
        </p:txBody>
      </p:sp>
      <p:sp>
        <p:nvSpPr>
          <p:cNvPr id="117" name="Shape 117"/>
          <p:cNvSpPr txBox="1"/>
          <p:nvPr/>
        </p:nvSpPr>
        <p:spPr>
          <a:xfrm>
            <a:off x="542145" y="1127687"/>
            <a:ext cx="11317346" cy="5003610"/>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Most common and widely used model for communication between processes.</a:t>
            </a: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In this architecture one process takes on the role of a server, while all other processes take on the roles of clients. </a:t>
            </a: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The server process provides a service (e.g., a time service, a database service, a banking service, etc.) and the clients are customers of that service. </a:t>
            </a: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A client sends a request to a server, the request is processed at the server and a reply is returned to the client.</a:t>
            </a:r>
          </a:p>
        </p:txBody>
      </p:sp>
      <p:pic>
        <p:nvPicPr>
          <p:cNvPr id="3" name="Picture 2">
            <a:extLst>
              <a:ext uri="{FF2B5EF4-FFF2-40B4-BE49-F238E27FC236}">
                <a16:creationId xmlns:a16="http://schemas.microsoft.com/office/drawing/2014/main" id="{BC4B0440-EF53-901E-C827-F7DDD379B152}"/>
              </a:ext>
            </a:extLst>
          </p:cNvPr>
          <p:cNvPicPr>
            <a:picLocks noChangeAspect="1"/>
          </p:cNvPicPr>
          <p:nvPr/>
        </p:nvPicPr>
        <p:blipFill>
          <a:blip r:embed="rId3"/>
          <a:stretch>
            <a:fillRect/>
          </a:stretch>
        </p:blipFill>
        <p:spPr>
          <a:xfrm>
            <a:off x="3687127" y="4314825"/>
            <a:ext cx="5458676" cy="2543175"/>
          </a:xfrm>
          <a:prstGeom prst="rect">
            <a:avLst/>
          </a:prstGeom>
        </p:spPr>
      </p:pic>
    </p:spTree>
    <p:extLst>
      <p:ext uri="{BB962C8B-B14F-4D97-AF65-F5344CB8AC3E}">
        <p14:creationId xmlns:p14="http://schemas.microsoft.com/office/powerpoint/2010/main" val="334166245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Client-Server from another perspective</a:t>
            </a:r>
          </a:p>
        </p:txBody>
      </p:sp>
      <p:pic>
        <p:nvPicPr>
          <p:cNvPr id="4" name="Picture 3">
            <a:extLst>
              <a:ext uri="{FF2B5EF4-FFF2-40B4-BE49-F238E27FC236}">
                <a16:creationId xmlns:a16="http://schemas.microsoft.com/office/drawing/2014/main" id="{3A195626-54C3-C5DA-CD29-57AB113B7191}"/>
              </a:ext>
            </a:extLst>
          </p:cNvPr>
          <p:cNvPicPr>
            <a:picLocks noChangeAspect="1"/>
          </p:cNvPicPr>
          <p:nvPr/>
        </p:nvPicPr>
        <p:blipFill>
          <a:blip r:embed="rId3"/>
          <a:stretch>
            <a:fillRect/>
          </a:stretch>
        </p:blipFill>
        <p:spPr>
          <a:xfrm>
            <a:off x="1530285" y="1864735"/>
            <a:ext cx="9131430" cy="3580101"/>
          </a:xfrm>
          <a:prstGeom prst="rect">
            <a:avLst/>
          </a:prstGeom>
        </p:spPr>
      </p:pic>
    </p:spTree>
    <p:extLst>
      <p:ext uri="{BB962C8B-B14F-4D97-AF65-F5344CB8AC3E}">
        <p14:creationId xmlns:p14="http://schemas.microsoft.com/office/powerpoint/2010/main" val="379357259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Splitting Functionality</a:t>
            </a:r>
          </a:p>
        </p:txBody>
      </p:sp>
      <p:pic>
        <p:nvPicPr>
          <p:cNvPr id="4" name="Picture 3">
            <a:extLst>
              <a:ext uri="{FF2B5EF4-FFF2-40B4-BE49-F238E27FC236}">
                <a16:creationId xmlns:a16="http://schemas.microsoft.com/office/drawing/2014/main" id="{25A721C1-ECFC-C43E-BBDC-6EF77AD555CD}"/>
              </a:ext>
            </a:extLst>
          </p:cNvPr>
          <p:cNvPicPr>
            <a:picLocks noChangeAspect="1"/>
          </p:cNvPicPr>
          <p:nvPr/>
        </p:nvPicPr>
        <p:blipFill>
          <a:blip r:embed="rId3"/>
          <a:stretch>
            <a:fillRect/>
          </a:stretch>
        </p:blipFill>
        <p:spPr>
          <a:xfrm>
            <a:off x="1158586" y="1494558"/>
            <a:ext cx="9874828" cy="4253020"/>
          </a:xfrm>
          <a:prstGeom prst="rect">
            <a:avLst/>
          </a:prstGeom>
        </p:spPr>
      </p:pic>
    </p:spTree>
    <p:extLst>
      <p:ext uri="{BB962C8B-B14F-4D97-AF65-F5344CB8AC3E}">
        <p14:creationId xmlns:p14="http://schemas.microsoft.com/office/powerpoint/2010/main" val="412447852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Vertical Distribution (Multi-Tier)</a:t>
            </a:r>
          </a:p>
        </p:txBody>
      </p:sp>
      <p:sp>
        <p:nvSpPr>
          <p:cNvPr id="117" name="Shape 117"/>
          <p:cNvSpPr txBox="1"/>
          <p:nvPr/>
        </p:nvSpPr>
        <p:spPr>
          <a:xfrm>
            <a:off x="542145" y="1127687"/>
            <a:ext cx="11317346" cy="2903986"/>
          </a:xfrm>
          <a:prstGeom prst="rect">
            <a:avLst/>
          </a:prstGeom>
          <a:noFill/>
          <a:ln>
            <a:noFill/>
          </a:ln>
        </p:spPr>
        <p:txBody>
          <a:bodyPr lIns="91425" tIns="45700" rIns="91425" bIns="45700" anchor="t" anchorCtr="0">
            <a:noAutofit/>
          </a:bodyPr>
          <a:lstStyle/>
          <a:p>
            <a:pPr marL="342900" indent="-342900">
              <a:buFont typeface="Wingdings" panose="05000000000000000000" pitchFamily="2" charset="2"/>
              <a:buChar char="§"/>
            </a:pPr>
            <a:r>
              <a:rPr lang="en-US" sz="2000" b="1" dirty="0">
                <a:solidFill>
                  <a:srgbClr val="FF0000"/>
                </a:solidFill>
                <a:latin typeface="Bookman Old Style" panose="02050604050505020204" pitchFamily="18" charset="0"/>
              </a:rPr>
              <a:t>An extension of the client-server architecture, </a:t>
            </a:r>
            <a:r>
              <a:rPr lang="en-US" sz="2000" dirty="0">
                <a:solidFill>
                  <a:schemeClr val="tx1"/>
                </a:solidFill>
                <a:latin typeface="Bookman Old Style" panose="02050604050505020204" pitchFamily="18" charset="0"/>
              </a:rPr>
              <a:t>the </a:t>
            </a:r>
            <a:r>
              <a:rPr lang="en-US" sz="2000" b="1" dirty="0">
                <a:solidFill>
                  <a:schemeClr val="tx1"/>
                </a:solidFill>
                <a:latin typeface="Bookman Old Style" panose="02050604050505020204" pitchFamily="18" charset="0"/>
              </a:rPr>
              <a:t>vertical distribution, or multi-tier,</a:t>
            </a:r>
            <a:r>
              <a:rPr lang="en-US" sz="2000" dirty="0">
                <a:solidFill>
                  <a:schemeClr val="tx1"/>
                </a:solidFill>
                <a:latin typeface="Bookman Old Style" panose="02050604050505020204" pitchFamily="18" charset="0"/>
              </a:rPr>
              <a:t> architecture distributes the traditional server functionality over multiple servers. </a:t>
            </a:r>
          </a:p>
          <a:p>
            <a:pPr marL="342900" indent="-342900">
              <a:buFont typeface="Wingdings" panose="05000000000000000000" pitchFamily="2" charset="2"/>
              <a:buChar char="§"/>
            </a:pPr>
            <a:r>
              <a:rPr lang="en-US" sz="2000" dirty="0">
                <a:solidFill>
                  <a:schemeClr val="tx1"/>
                </a:solidFill>
                <a:latin typeface="Bookman Old Style" panose="02050604050505020204" pitchFamily="18" charset="0"/>
              </a:rPr>
              <a:t>A client request is sent to the first server. During processing of the request this server will request the services of the next server, who will do the same, until the final server is reached. </a:t>
            </a:r>
          </a:p>
          <a:p>
            <a:pPr marL="342900" indent="-342900">
              <a:buFont typeface="Wingdings" panose="05000000000000000000" pitchFamily="2" charset="2"/>
              <a:buChar char="§"/>
            </a:pPr>
            <a:r>
              <a:rPr lang="en-US" sz="2000" dirty="0">
                <a:solidFill>
                  <a:schemeClr val="tx1"/>
                </a:solidFill>
                <a:latin typeface="Bookman Old Style" panose="02050604050505020204" pitchFamily="18" charset="0"/>
              </a:rPr>
              <a:t>In this way the various servers become clients of each other.</a:t>
            </a:r>
          </a:p>
          <a:p>
            <a:pPr marL="342900" indent="-342900">
              <a:buFont typeface="Wingdings" panose="05000000000000000000" pitchFamily="2" charset="2"/>
              <a:buChar char="§"/>
            </a:pPr>
            <a:r>
              <a:rPr lang="en-US" sz="2000" dirty="0">
                <a:solidFill>
                  <a:schemeClr val="tx1"/>
                </a:solidFill>
                <a:latin typeface="Bookman Old Style" panose="02050604050505020204" pitchFamily="18" charset="0"/>
              </a:rPr>
              <a:t>Each server is responsible for a different step (or tier) in the fulfilment of the original client request.</a:t>
            </a:r>
          </a:p>
        </p:txBody>
      </p:sp>
      <p:pic>
        <p:nvPicPr>
          <p:cNvPr id="4" name="Picture 3">
            <a:extLst>
              <a:ext uri="{FF2B5EF4-FFF2-40B4-BE49-F238E27FC236}">
                <a16:creationId xmlns:a16="http://schemas.microsoft.com/office/drawing/2014/main" id="{68485394-07A3-2C9F-7695-174731466A76}"/>
              </a:ext>
            </a:extLst>
          </p:cNvPr>
          <p:cNvPicPr>
            <a:picLocks noChangeAspect="1"/>
          </p:cNvPicPr>
          <p:nvPr/>
        </p:nvPicPr>
        <p:blipFill>
          <a:blip r:embed="rId3"/>
          <a:stretch>
            <a:fillRect/>
          </a:stretch>
        </p:blipFill>
        <p:spPr>
          <a:xfrm>
            <a:off x="1510145" y="3746579"/>
            <a:ext cx="9684327" cy="2370859"/>
          </a:xfrm>
          <a:prstGeom prst="rect">
            <a:avLst/>
          </a:prstGeom>
        </p:spPr>
      </p:pic>
    </p:spTree>
    <p:extLst>
      <p:ext uri="{BB962C8B-B14F-4D97-AF65-F5344CB8AC3E}">
        <p14:creationId xmlns:p14="http://schemas.microsoft.com/office/powerpoint/2010/main" val="23363891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US" sz="2800" dirty="0"/>
              <a:t>Vertical Distribution from another perspective:</a:t>
            </a:r>
            <a:endParaRPr lang="en-GB" sz="2800" dirty="0"/>
          </a:p>
        </p:txBody>
      </p:sp>
      <p:pic>
        <p:nvPicPr>
          <p:cNvPr id="3" name="Picture 2">
            <a:extLst>
              <a:ext uri="{FF2B5EF4-FFF2-40B4-BE49-F238E27FC236}">
                <a16:creationId xmlns:a16="http://schemas.microsoft.com/office/drawing/2014/main" id="{9C4C9E36-9539-C3B9-1791-686C5D350985}"/>
              </a:ext>
            </a:extLst>
          </p:cNvPr>
          <p:cNvPicPr>
            <a:picLocks noChangeAspect="1"/>
          </p:cNvPicPr>
          <p:nvPr/>
        </p:nvPicPr>
        <p:blipFill>
          <a:blip r:embed="rId3"/>
          <a:stretch>
            <a:fillRect/>
          </a:stretch>
        </p:blipFill>
        <p:spPr>
          <a:xfrm>
            <a:off x="1932536" y="2731078"/>
            <a:ext cx="7916788" cy="3364923"/>
          </a:xfrm>
          <a:prstGeom prst="rect">
            <a:avLst/>
          </a:prstGeom>
        </p:spPr>
      </p:pic>
      <p:sp>
        <p:nvSpPr>
          <p:cNvPr id="6" name="Shape 117">
            <a:extLst>
              <a:ext uri="{FF2B5EF4-FFF2-40B4-BE49-F238E27FC236}">
                <a16:creationId xmlns:a16="http://schemas.microsoft.com/office/drawing/2014/main" id="{8F39D132-76CF-6442-D0C1-FF96CCF39E02}"/>
              </a:ext>
            </a:extLst>
          </p:cNvPr>
          <p:cNvSpPr txBox="1"/>
          <p:nvPr/>
        </p:nvSpPr>
        <p:spPr>
          <a:xfrm>
            <a:off x="542144" y="1299410"/>
            <a:ext cx="11400473" cy="1625631"/>
          </a:xfrm>
          <a:prstGeom prst="rect">
            <a:avLst/>
          </a:prstGeom>
          <a:noFill/>
          <a:ln>
            <a:noFill/>
          </a:ln>
        </p:spPr>
        <p:txBody>
          <a:bodyPr lIns="91425" tIns="45700" rIns="91425" bIns="45700" anchor="t" anchorCtr="0">
            <a:noAutofit/>
          </a:bodyPr>
          <a:lstStyle/>
          <a:p>
            <a:pPr marL="342900" indent="-342900">
              <a:buFont typeface="Wingdings" panose="05000000000000000000" pitchFamily="2" charset="2"/>
              <a:buChar char="§"/>
            </a:pPr>
            <a:r>
              <a:rPr lang="en-US" sz="2000" dirty="0">
                <a:solidFill>
                  <a:schemeClr val="tx1"/>
                </a:solidFill>
                <a:latin typeface="Bookman Old Style" panose="02050604050505020204" pitchFamily="18" charset="0"/>
              </a:rPr>
              <a:t>Splitting up the server functionality in this way is beneficial to a system’s scalability as well as its flexibility. </a:t>
            </a:r>
          </a:p>
          <a:p>
            <a:pPr marL="342900" indent="-342900">
              <a:buFont typeface="Wingdings" panose="05000000000000000000" pitchFamily="2" charset="2"/>
              <a:buChar char="§"/>
            </a:pPr>
            <a:r>
              <a:rPr lang="en-US" sz="2000" dirty="0">
                <a:solidFill>
                  <a:schemeClr val="tx1"/>
                </a:solidFill>
                <a:latin typeface="Bookman Old Style" panose="02050604050505020204" pitchFamily="18" charset="0"/>
              </a:rPr>
              <a:t>Scalability is improved because the processing load on each individual server is reduced and the whole system can therefore accommodate more users.</a:t>
            </a:r>
          </a:p>
        </p:txBody>
      </p:sp>
    </p:spTree>
    <p:extLst>
      <p:ext uri="{BB962C8B-B14F-4D97-AF65-F5344CB8AC3E}">
        <p14:creationId xmlns:p14="http://schemas.microsoft.com/office/powerpoint/2010/main" val="270072745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Horizontal Distribution</a:t>
            </a:r>
          </a:p>
        </p:txBody>
      </p:sp>
      <p:sp>
        <p:nvSpPr>
          <p:cNvPr id="117" name="Shape 117"/>
          <p:cNvSpPr txBox="1"/>
          <p:nvPr/>
        </p:nvSpPr>
        <p:spPr>
          <a:xfrm>
            <a:off x="542145" y="1127687"/>
            <a:ext cx="11317346" cy="2587063"/>
          </a:xfrm>
          <a:prstGeom prst="rect">
            <a:avLst/>
          </a:prstGeom>
          <a:noFill/>
          <a:ln>
            <a:noFill/>
          </a:ln>
        </p:spPr>
        <p:txBody>
          <a:bodyPr lIns="91425" tIns="45700" rIns="91425" bIns="45700" anchor="t" anchorCtr="0">
            <a:noAutofit/>
          </a:bodyPr>
          <a:lstStyle/>
          <a:p>
            <a:pPr marL="342900" indent="-342900">
              <a:buFont typeface="Wingdings" panose="05000000000000000000" pitchFamily="2" charset="2"/>
              <a:buChar char="§"/>
            </a:pPr>
            <a:r>
              <a:rPr lang="en-US" sz="2000" dirty="0">
                <a:solidFill>
                  <a:schemeClr val="tx1"/>
                </a:solidFill>
                <a:latin typeface="Bookman Old Style" panose="02050604050505020204" pitchFamily="18" charset="0"/>
              </a:rPr>
              <a:t>While vertical distribution focuses on splitting up a server’s functionality over multiple computers, horizontal distribution involves replicating a server’s functionality over multiple computers. </a:t>
            </a:r>
          </a:p>
          <a:p>
            <a:pPr marL="342900" indent="-342900">
              <a:buFont typeface="Wingdings" panose="05000000000000000000" pitchFamily="2" charset="2"/>
              <a:buChar char="§"/>
            </a:pPr>
            <a:r>
              <a:rPr lang="en-US" sz="2000" dirty="0">
                <a:solidFill>
                  <a:srgbClr val="00B050"/>
                </a:solidFill>
                <a:latin typeface="Bookman Old Style" panose="02050604050505020204" pitchFamily="18" charset="0"/>
              </a:rPr>
              <a:t>A typical example, as shown in below Figure, is a replicated Web server.</a:t>
            </a:r>
          </a:p>
          <a:p>
            <a:pPr marL="342900" indent="-342900">
              <a:buFont typeface="Wingdings" panose="05000000000000000000" pitchFamily="2" charset="2"/>
              <a:buChar char="§"/>
            </a:pPr>
            <a:r>
              <a:rPr lang="en-US" sz="2000" dirty="0">
                <a:solidFill>
                  <a:schemeClr val="tx1"/>
                </a:solidFill>
                <a:latin typeface="Bookman Old Style" panose="02050604050505020204" pitchFamily="18" charset="0"/>
              </a:rPr>
              <a:t>In this case each server machine contains a complete copy of all hosted Web pages and client requests are passed on to the servers in a round robin fashion. </a:t>
            </a:r>
          </a:p>
          <a:p>
            <a:pPr marL="342900" indent="-342900">
              <a:buFont typeface="Wingdings" panose="05000000000000000000" pitchFamily="2" charset="2"/>
              <a:buChar char="§"/>
            </a:pPr>
            <a:r>
              <a:rPr lang="en-US" sz="2000" dirty="0">
                <a:solidFill>
                  <a:schemeClr val="tx1"/>
                </a:solidFill>
                <a:latin typeface="Bookman Old Style" panose="02050604050505020204" pitchFamily="18" charset="0"/>
              </a:rPr>
              <a:t>The horizontal distribution architecture is generally used to improve scalability (by reducing the load on individual servers) and reliability (by providing redundancy).</a:t>
            </a:r>
          </a:p>
          <a:p>
            <a:pPr marL="342900" indent="-342900">
              <a:buFont typeface="Wingdings" panose="05000000000000000000" pitchFamily="2" charset="2"/>
              <a:buChar char="§"/>
            </a:pPr>
            <a:endParaRPr lang="en-US" sz="2000" dirty="0">
              <a:solidFill>
                <a:schemeClr val="tx1"/>
              </a:solidFill>
              <a:latin typeface="Bookman Old Style" panose="02050604050505020204" pitchFamily="18" charset="0"/>
            </a:endParaRPr>
          </a:p>
        </p:txBody>
      </p:sp>
      <p:pic>
        <p:nvPicPr>
          <p:cNvPr id="3" name="Picture 2">
            <a:extLst>
              <a:ext uri="{FF2B5EF4-FFF2-40B4-BE49-F238E27FC236}">
                <a16:creationId xmlns:a16="http://schemas.microsoft.com/office/drawing/2014/main" id="{06A2CFAE-041D-8FF1-05BA-9A20BE408D09}"/>
              </a:ext>
            </a:extLst>
          </p:cNvPr>
          <p:cNvPicPr>
            <a:picLocks noChangeAspect="1"/>
          </p:cNvPicPr>
          <p:nvPr/>
        </p:nvPicPr>
        <p:blipFill>
          <a:blip r:embed="rId3"/>
          <a:stretch>
            <a:fillRect/>
          </a:stretch>
        </p:blipFill>
        <p:spPr>
          <a:xfrm>
            <a:off x="1911927" y="3714750"/>
            <a:ext cx="8368145" cy="2915899"/>
          </a:xfrm>
          <a:prstGeom prst="rect">
            <a:avLst/>
          </a:prstGeom>
        </p:spPr>
      </p:pic>
    </p:spTree>
    <p:extLst>
      <p:ext uri="{BB962C8B-B14F-4D97-AF65-F5344CB8AC3E}">
        <p14:creationId xmlns:p14="http://schemas.microsoft.com/office/powerpoint/2010/main" val="219443412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US" sz="2800" dirty="0"/>
              <a:t>Note: Scaling Up vs Scaling Out?</a:t>
            </a:r>
            <a:endParaRPr lang="en-GB" sz="2800" dirty="0"/>
          </a:p>
        </p:txBody>
      </p:sp>
      <p:sp>
        <p:nvSpPr>
          <p:cNvPr id="117" name="Shape 117"/>
          <p:cNvSpPr txBox="1"/>
          <p:nvPr/>
        </p:nvSpPr>
        <p:spPr>
          <a:xfrm>
            <a:off x="542145" y="1208080"/>
            <a:ext cx="11400473" cy="4441839"/>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dirty="0">
                <a:solidFill>
                  <a:srgbClr val="0070C0"/>
                </a:solidFill>
                <a:latin typeface="Bookman Old Style" panose="02050604050505020204" pitchFamily="18" charset="0"/>
              </a:rPr>
              <a:t>Horizontal and Vertical Distribution not the same as </a:t>
            </a:r>
            <a:r>
              <a:rPr lang="en-US" sz="2000" b="1" dirty="0">
                <a:solidFill>
                  <a:srgbClr val="0070C0"/>
                </a:solidFill>
                <a:latin typeface="Bookman Old Style" panose="02050604050505020204" pitchFamily="18" charset="0"/>
              </a:rPr>
              <a:t>Horizontal and Vertical Scaling.</a:t>
            </a:r>
          </a:p>
          <a:p>
            <a:pPr marL="342900" indent="-342900">
              <a:lnSpc>
                <a:spcPct val="150000"/>
              </a:lnSpc>
              <a:buFont typeface="Wingdings" panose="05000000000000000000" pitchFamily="2" charset="2"/>
              <a:buChar char="§"/>
            </a:pPr>
            <a:r>
              <a:rPr lang="en-US" sz="2000" b="1" dirty="0">
                <a:solidFill>
                  <a:schemeClr val="tx1"/>
                </a:solidFill>
                <a:latin typeface="Bookman Old Style" panose="02050604050505020204" pitchFamily="18" charset="0"/>
              </a:rPr>
              <a:t>Vertical Scaling: </a:t>
            </a:r>
            <a:r>
              <a:rPr lang="en-US" sz="2000" dirty="0">
                <a:solidFill>
                  <a:schemeClr val="tx1"/>
                </a:solidFill>
                <a:latin typeface="Bookman Old Style" panose="02050604050505020204" pitchFamily="18" charset="0"/>
              </a:rPr>
              <a:t>Scaling UP Increasing the resources of a single machine</a:t>
            </a:r>
          </a:p>
          <a:p>
            <a:pPr marL="342900" indent="-342900">
              <a:lnSpc>
                <a:spcPct val="150000"/>
              </a:lnSpc>
              <a:buFont typeface="Wingdings" panose="05000000000000000000" pitchFamily="2" charset="2"/>
              <a:buChar char="§"/>
            </a:pPr>
            <a:r>
              <a:rPr lang="en-US" sz="2000" b="1" dirty="0">
                <a:solidFill>
                  <a:schemeClr val="tx1"/>
                </a:solidFill>
                <a:latin typeface="Bookman Old Style" panose="02050604050505020204" pitchFamily="18" charset="0"/>
              </a:rPr>
              <a:t>Horizontal Scaling: </a:t>
            </a:r>
            <a:r>
              <a:rPr lang="en-US" sz="2000" dirty="0">
                <a:solidFill>
                  <a:schemeClr val="tx1"/>
                </a:solidFill>
                <a:latin typeface="Bookman Old Style" panose="02050604050505020204" pitchFamily="18" charset="0"/>
              </a:rPr>
              <a:t>Scaling OUT Adding more machines.</a:t>
            </a: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Horizontal and Vertical Distribution are both examples of this.</a:t>
            </a:r>
          </a:p>
          <a:p>
            <a:pPr marL="342900" indent="-342900">
              <a:lnSpc>
                <a:spcPct val="150000"/>
              </a:lnSpc>
              <a:buFont typeface="Wingdings" panose="05000000000000000000" pitchFamily="2" charset="2"/>
              <a:buChar char="§"/>
            </a:pPr>
            <a:r>
              <a:rPr lang="en-US" sz="2000" dirty="0">
                <a:solidFill>
                  <a:srgbClr val="FF0000"/>
                </a:solidFill>
                <a:latin typeface="Bookman Old Style" panose="02050604050505020204" pitchFamily="18" charset="0"/>
              </a:rPr>
              <a:t>Note that it is also possible to combine the </a:t>
            </a:r>
            <a:r>
              <a:rPr lang="en-US" sz="2000" b="1" dirty="0">
                <a:solidFill>
                  <a:srgbClr val="FF0000"/>
                </a:solidFill>
                <a:latin typeface="Bookman Old Style" panose="02050604050505020204" pitchFamily="18" charset="0"/>
              </a:rPr>
              <a:t>vertical and horizontal distribution models</a:t>
            </a:r>
            <a:r>
              <a:rPr lang="en-US" sz="2000" dirty="0">
                <a:solidFill>
                  <a:srgbClr val="FF0000"/>
                </a:solidFill>
                <a:latin typeface="Bookman Old Style" panose="02050604050505020204" pitchFamily="18" charset="0"/>
              </a:rPr>
              <a:t>. </a:t>
            </a:r>
          </a:p>
          <a:p>
            <a:pPr marL="342900" indent="-342900">
              <a:lnSpc>
                <a:spcPct val="150000"/>
              </a:lnSpc>
              <a:buFont typeface="Wingdings" panose="05000000000000000000" pitchFamily="2" charset="2"/>
              <a:buChar char="§"/>
            </a:pPr>
            <a:r>
              <a:rPr lang="en-US" sz="2000" b="1" dirty="0">
                <a:solidFill>
                  <a:srgbClr val="00B050"/>
                </a:solidFill>
                <a:latin typeface="Bookman Old Style" panose="02050604050505020204" pitchFamily="18" charset="0"/>
              </a:rPr>
              <a:t>For example, </a:t>
            </a:r>
            <a:r>
              <a:rPr lang="en-US" sz="2000" dirty="0">
                <a:solidFill>
                  <a:schemeClr val="tx1"/>
                </a:solidFill>
                <a:latin typeface="Bookman Old Style" panose="02050604050505020204" pitchFamily="18" charset="0"/>
              </a:rPr>
              <a:t>each of the servers in the vertical decomposition can be horizontally distributed. </a:t>
            </a:r>
          </a:p>
          <a:p>
            <a:pPr marL="342900" indent="-342900">
              <a:lnSpc>
                <a:spcPct val="150000"/>
              </a:lnSpc>
              <a:buFont typeface="Wingdings" panose="05000000000000000000" pitchFamily="2" charset="2"/>
              <a:buChar char="§"/>
            </a:pPr>
            <a:r>
              <a:rPr lang="en-US" sz="2000" b="1" dirty="0">
                <a:solidFill>
                  <a:schemeClr val="tx1"/>
                </a:solidFill>
                <a:latin typeface="Bookman Old Style" panose="02050604050505020204" pitchFamily="18" charset="0"/>
              </a:rPr>
              <a:t>Another approach </a:t>
            </a:r>
            <a:r>
              <a:rPr lang="en-US" sz="2000" dirty="0">
                <a:solidFill>
                  <a:schemeClr val="tx1"/>
                </a:solidFill>
                <a:latin typeface="Bookman Old Style" panose="02050604050505020204" pitchFamily="18" charset="0"/>
              </a:rPr>
              <a:t>is for each of the replicas in the horizontal distribution model to themselves be vertically distributed.</a:t>
            </a:r>
          </a:p>
        </p:txBody>
      </p:sp>
    </p:spTree>
    <p:extLst>
      <p:ext uri="{BB962C8B-B14F-4D97-AF65-F5344CB8AC3E}">
        <p14:creationId xmlns:p14="http://schemas.microsoft.com/office/powerpoint/2010/main" val="258168604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PEER TO PEER</a:t>
            </a:r>
          </a:p>
        </p:txBody>
      </p:sp>
      <p:sp>
        <p:nvSpPr>
          <p:cNvPr id="117" name="Shape 117"/>
          <p:cNvSpPr txBox="1"/>
          <p:nvPr/>
        </p:nvSpPr>
        <p:spPr>
          <a:xfrm>
            <a:off x="542145" y="1127688"/>
            <a:ext cx="11317346" cy="1629367"/>
          </a:xfrm>
          <a:prstGeom prst="rect">
            <a:avLst/>
          </a:prstGeom>
          <a:noFill/>
          <a:ln>
            <a:noFill/>
          </a:ln>
        </p:spPr>
        <p:txBody>
          <a:bodyPr lIns="91425" tIns="45700" rIns="91425" bIns="45700" anchor="t" anchorCtr="0">
            <a:noAutofit/>
          </a:bodyPr>
          <a:lstStyle/>
          <a:p>
            <a:pPr marL="342900" indent="-342900">
              <a:buFont typeface="Wingdings" panose="05000000000000000000" pitchFamily="2" charset="2"/>
              <a:buChar char="§"/>
            </a:pPr>
            <a:r>
              <a:rPr lang="en-US" sz="2000" b="1" dirty="0">
                <a:solidFill>
                  <a:srgbClr val="0070C0"/>
                </a:solidFill>
                <a:latin typeface="Bookman Old Style" panose="02050604050505020204" pitchFamily="18" charset="0"/>
              </a:rPr>
              <a:t>Peer to Peer (P2P) architecture </a:t>
            </a:r>
            <a:r>
              <a:rPr lang="en-US" sz="2000" dirty="0">
                <a:solidFill>
                  <a:schemeClr val="tx1"/>
                </a:solidFill>
                <a:latin typeface="Bookman Old Style" panose="02050604050505020204" pitchFamily="18" charset="0"/>
              </a:rPr>
              <a:t>takes the opposite approach and assumes that all processes play the same role, and are therefore peers of each other. </a:t>
            </a:r>
          </a:p>
          <a:p>
            <a:pPr marL="342900" indent="-342900">
              <a:buFont typeface="Wingdings" panose="05000000000000000000" pitchFamily="2" charset="2"/>
              <a:buChar char="§"/>
            </a:pPr>
            <a:r>
              <a:rPr lang="en-US" sz="2000" dirty="0">
                <a:solidFill>
                  <a:schemeClr val="tx1"/>
                </a:solidFill>
                <a:latin typeface="Bookman Old Style" panose="02050604050505020204" pitchFamily="18" charset="0"/>
              </a:rPr>
              <a:t>In below figure each process acts as both a client and a server, both sending out requests and processing incoming requests.</a:t>
            </a:r>
          </a:p>
          <a:p>
            <a:pPr marL="342900" indent="-342900">
              <a:buFont typeface="Wingdings" panose="05000000000000000000" pitchFamily="2" charset="2"/>
              <a:buChar char="§"/>
            </a:pPr>
            <a:r>
              <a:rPr lang="en-US" sz="2000" dirty="0">
                <a:solidFill>
                  <a:schemeClr val="tx1"/>
                </a:solidFill>
                <a:latin typeface="Bookman Old Style" panose="02050604050505020204" pitchFamily="18" charset="0"/>
              </a:rPr>
              <a:t>Well known examples of the P2P model are </a:t>
            </a:r>
            <a:r>
              <a:rPr lang="en-US" sz="2000" b="1" dirty="0">
                <a:solidFill>
                  <a:schemeClr val="tx1"/>
                </a:solidFill>
                <a:latin typeface="Bookman Old Style" panose="02050604050505020204" pitchFamily="18" charset="0"/>
              </a:rPr>
              <a:t>file-sharing applications.</a:t>
            </a:r>
          </a:p>
        </p:txBody>
      </p:sp>
      <p:pic>
        <p:nvPicPr>
          <p:cNvPr id="4" name="Picture 3">
            <a:extLst>
              <a:ext uri="{FF2B5EF4-FFF2-40B4-BE49-F238E27FC236}">
                <a16:creationId xmlns:a16="http://schemas.microsoft.com/office/drawing/2014/main" id="{F188B463-E610-6573-92F2-DDDA987F29A2}"/>
              </a:ext>
            </a:extLst>
          </p:cNvPr>
          <p:cNvPicPr>
            <a:picLocks noChangeAspect="1"/>
          </p:cNvPicPr>
          <p:nvPr/>
        </p:nvPicPr>
        <p:blipFill>
          <a:blip r:embed="rId3"/>
          <a:stretch>
            <a:fillRect/>
          </a:stretch>
        </p:blipFill>
        <p:spPr>
          <a:xfrm>
            <a:off x="1496291" y="2862422"/>
            <a:ext cx="9199418" cy="3325091"/>
          </a:xfrm>
          <a:prstGeom prst="rect">
            <a:avLst/>
          </a:prstGeom>
        </p:spPr>
      </p:pic>
    </p:spTree>
    <p:extLst>
      <p:ext uri="{BB962C8B-B14F-4D97-AF65-F5344CB8AC3E}">
        <p14:creationId xmlns:p14="http://schemas.microsoft.com/office/powerpoint/2010/main" val="385824024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Overlay Network</a:t>
            </a:r>
          </a:p>
        </p:txBody>
      </p:sp>
      <p:sp>
        <p:nvSpPr>
          <p:cNvPr id="117" name="Shape 117"/>
          <p:cNvSpPr txBox="1"/>
          <p:nvPr/>
        </p:nvSpPr>
        <p:spPr>
          <a:xfrm>
            <a:off x="542144" y="1090317"/>
            <a:ext cx="11539019" cy="4964120"/>
          </a:xfrm>
          <a:prstGeom prst="rect">
            <a:avLst/>
          </a:prstGeom>
          <a:noFill/>
          <a:ln>
            <a:noFill/>
          </a:ln>
        </p:spPr>
        <p:txBody>
          <a:bodyPr lIns="91425" tIns="45700" rIns="91425" bIns="45700" anchor="t" anchorCtr="0">
            <a:noAutofit/>
          </a:bodyPr>
          <a:lstStyle/>
          <a:p>
            <a:pPr>
              <a:lnSpc>
                <a:spcPct val="150000"/>
              </a:lnSpc>
            </a:pPr>
            <a:r>
              <a:rPr lang="en-US" sz="2400" b="1" dirty="0">
                <a:solidFill>
                  <a:schemeClr val="tx1"/>
                </a:solidFill>
                <a:latin typeface="Bookman Old Style" panose="02050604050505020204" pitchFamily="18" charset="0"/>
              </a:rPr>
              <a:t>How do peers keep track of all other peers?</a:t>
            </a: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Since huge number of participating nodes in a peer to peer network, </a:t>
            </a:r>
          </a:p>
          <a:p>
            <a:pPr>
              <a:lnSpc>
                <a:spcPct val="150000"/>
              </a:lnSpc>
            </a:pPr>
            <a:r>
              <a:rPr lang="en-US" sz="2000" dirty="0">
                <a:solidFill>
                  <a:schemeClr val="tx1"/>
                </a:solidFill>
                <a:latin typeface="Bookman Old Style" panose="02050604050505020204" pitchFamily="18" charset="0"/>
              </a:rPr>
              <a:t>	</a:t>
            </a:r>
            <a:r>
              <a:rPr lang="en-US" sz="2000" dirty="0">
                <a:solidFill>
                  <a:schemeClr val="tx1"/>
                </a:solidFill>
                <a:latin typeface="Bookman Old Style" panose="02050604050505020204" pitchFamily="18" charset="0"/>
                <a:sym typeface="Wingdings" panose="05000000000000000000" pitchFamily="2" charset="2"/>
              </a:rPr>
              <a:t> </a:t>
            </a:r>
            <a:r>
              <a:rPr lang="en-US" sz="2000" dirty="0">
                <a:solidFill>
                  <a:schemeClr val="tx1"/>
                </a:solidFill>
                <a:latin typeface="Bookman Old Style" panose="02050604050505020204" pitchFamily="18" charset="0"/>
              </a:rPr>
              <a:t>It becomes practically impossible for a node to keep track of all other nodes in 	the system and the information they offer. </a:t>
            </a:r>
          </a:p>
          <a:p>
            <a:pPr marL="342900" indent="-342900">
              <a:lnSpc>
                <a:spcPct val="150000"/>
              </a:lnSpc>
              <a:buFont typeface="Wingdings" panose="05000000000000000000" pitchFamily="2" charset="2"/>
              <a:buChar char="§"/>
            </a:pPr>
            <a:r>
              <a:rPr lang="en-US" sz="2000" dirty="0">
                <a:solidFill>
                  <a:srgbClr val="FF0000"/>
                </a:solidFill>
                <a:latin typeface="Bookman Old Style" panose="02050604050505020204" pitchFamily="18" charset="0"/>
              </a:rPr>
              <a:t>To reduce the problem, the nodes form an overlay network</a:t>
            </a:r>
            <a:r>
              <a:rPr lang="en-US" sz="2000" dirty="0">
                <a:solidFill>
                  <a:schemeClr val="tx1"/>
                </a:solidFill>
                <a:latin typeface="Bookman Old Style" panose="02050604050505020204" pitchFamily="18" charset="0"/>
              </a:rPr>
              <a:t>, in which nodes form a virtual network among themselves and only have direct knowledge of a few other nodes. </a:t>
            </a:r>
          </a:p>
          <a:p>
            <a:pPr marL="342900" indent="-342900">
              <a:lnSpc>
                <a:spcPct val="150000"/>
              </a:lnSpc>
              <a:buFont typeface="Wingdings" panose="05000000000000000000" pitchFamily="2" charset="2"/>
              <a:buChar char="§"/>
            </a:pPr>
            <a:r>
              <a:rPr lang="en-US" sz="2000" dirty="0">
                <a:solidFill>
                  <a:srgbClr val="00B050"/>
                </a:solidFill>
                <a:latin typeface="Bookman Old Style" panose="02050604050505020204" pitchFamily="18" charset="0"/>
              </a:rPr>
              <a:t>When a node wishes to send a message to an arbitrary other node it must first locate that node by propagating a request along the links in the overlay network. </a:t>
            </a:r>
            <a:r>
              <a:rPr lang="en-US" sz="2000" dirty="0">
                <a:solidFill>
                  <a:schemeClr val="tx1"/>
                </a:solidFill>
                <a:latin typeface="Bookman Old Style" panose="02050604050505020204" pitchFamily="18" charset="0"/>
              </a:rPr>
              <a:t>Once the destination node is found, the two nodes can typically communicate directly.</a:t>
            </a:r>
          </a:p>
          <a:p>
            <a:pPr marL="342900" indent="-342900">
              <a:lnSpc>
                <a:spcPct val="150000"/>
              </a:lnSpc>
              <a:buFont typeface="Wingdings" panose="05000000000000000000" pitchFamily="2" charset="2"/>
              <a:buChar char="§"/>
            </a:pPr>
            <a:r>
              <a:rPr lang="en-US" sz="2000" b="1" dirty="0">
                <a:solidFill>
                  <a:schemeClr val="tx1"/>
                </a:solidFill>
                <a:latin typeface="Bookman Old Style" panose="02050604050505020204" pitchFamily="18" charset="0"/>
              </a:rPr>
              <a:t>There are two key types of overlay networks:  </a:t>
            </a:r>
            <a:r>
              <a:rPr lang="en-US" sz="2000" dirty="0">
                <a:solidFill>
                  <a:schemeClr val="tx1"/>
                </a:solidFill>
                <a:latin typeface="Bookman Old Style" panose="02050604050505020204" pitchFamily="18" charset="0"/>
              </a:rPr>
              <a:t>Structured and Unstructured</a:t>
            </a:r>
          </a:p>
        </p:txBody>
      </p:sp>
    </p:spTree>
    <p:extLst>
      <p:ext uri="{BB962C8B-B14F-4D97-AF65-F5344CB8AC3E}">
        <p14:creationId xmlns:p14="http://schemas.microsoft.com/office/powerpoint/2010/main" val="344754714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Unstructured Overlay Network</a:t>
            </a:r>
          </a:p>
        </p:txBody>
      </p:sp>
      <p:sp>
        <p:nvSpPr>
          <p:cNvPr id="117" name="Shape 117"/>
          <p:cNvSpPr txBox="1"/>
          <p:nvPr/>
        </p:nvSpPr>
        <p:spPr>
          <a:xfrm>
            <a:off x="542146" y="4267200"/>
            <a:ext cx="11054110" cy="1514337"/>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Data stored at random nodes</a:t>
            </a:r>
          </a:p>
          <a:p>
            <a:pPr marL="342900" indent="-342900">
              <a:lnSpc>
                <a:spcPct val="150000"/>
              </a:lnSpc>
              <a:buFont typeface="Wingdings" panose="05000000000000000000" pitchFamily="2" charset="2"/>
              <a:buChar char="§"/>
            </a:pPr>
            <a:r>
              <a:rPr lang="en-US" sz="2000" b="1" dirty="0">
                <a:solidFill>
                  <a:schemeClr val="tx1"/>
                </a:solidFill>
                <a:latin typeface="Bookman Old Style" panose="02050604050505020204" pitchFamily="18" charset="0"/>
              </a:rPr>
              <a:t>Partial view: </a:t>
            </a:r>
            <a:r>
              <a:rPr lang="en-US" sz="2000" dirty="0">
                <a:solidFill>
                  <a:schemeClr val="tx1"/>
                </a:solidFill>
                <a:latin typeface="Bookman Old Style" panose="02050604050505020204" pitchFamily="18" charset="0"/>
              </a:rPr>
              <a:t>random</a:t>
            </a:r>
            <a:r>
              <a:rPr lang="en-US" sz="2000" b="1" dirty="0">
                <a:solidFill>
                  <a:schemeClr val="tx1"/>
                </a:solidFill>
                <a:latin typeface="Bookman Old Style" panose="02050604050505020204" pitchFamily="18" charset="0"/>
              </a:rPr>
              <a:t> </a:t>
            </a:r>
            <a:r>
              <a:rPr lang="en-US" sz="2000" dirty="0">
                <a:solidFill>
                  <a:schemeClr val="tx1"/>
                </a:solidFill>
                <a:latin typeface="Bookman Old Style" panose="02050604050505020204" pitchFamily="18" charset="0"/>
              </a:rPr>
              <a:t>node’s list of neighbours.</a:t>
            </a: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Exchange partial views with neighbours to update and creating a new neighbour list for themselves.</a:t>
            </a:r>
          </a:p>
        </p:txBody>
      </p:sp>
      <p:pic>
        <p:nvPicPr>
          <p:cNvPr id="3" name="Picture 2">
            <a:extLst>
              <a:ext uri="{FF2B5EF4-FFF2-40B4-BE49-F238E27FC236}">
                <a16:creationId xmlns:a16="http://schemas.microsoft.com/office/drawing/2014/main" id="{596ABABA-4F63-B9D1-D234-DDF1B345212A}"/>
              </a:ext>
            </a:extLst>
          </p:cNvPr>
          <p:cNvPicPr>
            <a:picLocks noChangeAspect="1"/>
          </p:cNvPicPr>
          <p:nvPr/>
        </p:nvPicPr>
        <p:blipFill>
          <a:blip r:embed="rId3"/>
          <a:stretch>
            <a:fillRect/>
          </a:stretch>
        </p:blipFill>
        <p:spPr>
          <a:xfrm>
            <a:off x="1717965" y="1335505"/>
            <a:ext cx="8409708" cy="2931695"/>
          </a:xfrm>
          <a:prstGeom prst="rect">
            <a:avLst/>
          </a:prstGeom>
        </p:spPr>
      </p:pic>
    </p:spTree>
    <p:extLst>
      <p:ext uri="{BB962C8B-B14F-4D97-AF65-F5344CB8AC3E}">
        <p14:creationId xmlns:p14="http://schemas.microsoft.com/office/powerpoint/2010/main" val="8813227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Structured Overlay Network</a:t>
            </a:r>
          </a:p>
        </p:txBody>
      </p:sp>
      <p:sp>
        <p:nvSpPr>
          <p:cNvPr id="117" name="Shape 117"/>
          <p:cNvSpPr txBox="1"/>
          <p:nvPr/>
        </p:nvSpPr>
        <p:spPr>
          <a:xfrm>
            <a:off x="542145" y="4023081"/>
            <a:ext cx="11243604" cy="2503349"/>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dirty="0">
                <a:solidFill>
                  <a:srgbClr val="0070C0"/>
                </a:solidFill>
                <a:latin typeface="Bookman Old Style" panose="02050604050505020204" pitchFamily="18" charset="0"/>
              </a:rPr>
              <a:t>Choice of a node’s neighbours is determined according to a specific structure.</a:t>
            </a: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In a </a:t>
            </a:r>
            <a:r>
              <a:rPr lang="en-US" sz="2000" b="1" dirty="0">
                <a:solidFill>
                  <a:schemeClr val="tx1"/>
                </a:solidFill>
                <a:latin typeface="Bookman Old Style" panose="02050604050505020204" pitchFamily="18" charset="0"/>
              </a:rPr>
              <a:t>distributed hash table </a:t>
            </a:r>
            <a:r>
              <a:rPr lang="en-US" sz="2000" dirty="0">
                <a:solidFill>
                  <a:schemeClr val="tx1"/>
                </a:solidFill>
                <a:latin typeface="Bookman Old Style" panose="02050604050505020204" pitchFamily="18" charset="0"/>
              </a:rPr>
              <a:t>nodes work together to implement a hash table.</a:t>
            </a: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Each node is responsible for storing the data associated with a range of identifiers.</a:t>
            </a:r>
          </a:p>
          <a:p>
            <a:pPr lvl="2">
              <a:lnSpc>
                <a:spcPct val="150000"/>
              </a:lnSpc>
            </a:pPr>
            <a:r>
              <a:rPr lang="en-US" sz="2000" dirty="0">
                <a:solidFill>
                  <a:schemeClr val="tx1"/>
                </a:solidFill>
                <a:latin typeface="Bookman Old Style" panose="02050604050505020204" pitchFamily="18" charset="0"/>
              </a:rPr>
              <a:t>	⇒ Node is responsible for data that falls in its range</a:t>
            </a:r>
          </a:p>
          <a:p>
            <a:pPr lvl="2">
              <a:lnSpc>
                <a:spcPct val="150000"/>
              </a:lnSpc>
            </a:pPr>
            <a:r>
              <a:rPr lang="en-US" sz="2000" dirty="0">
                <a:solidFill>
                  <a:schemeClr val="tx1"/>
                </a:solidFill>
                <a:latin typeface="Bookman Old Style" panose="02050604050505020204" pitchFamily="18" charset="0"/>
              </a:rPr>
              <a:t>	⇒ Search is routed to appropriate node</a:t>
            </a:r>
          </a:p>
        </p:txBody>
      </p:sp>
      <p:pic>
        <p:nvPicPr>
          <p:cNvPr id="4" name="Picture 3">
            <a:extLst>
              <a:ext uri="{FF2B5EF4-FFF2-40B4-BE49-F238E27FC236}">
                <a16:creationId xmlns:a16="http://schemas.microsoft.com/office/drawing/2014/main" id="{9C463420-9B34-482F-C662-2DCE025B037F}"/>
              </a:ext>
            </a:extLst>
          </p:cNvPr>
          <p:cNvPicPr>
            <a:picLocks noChangeAspect="1"/>
          </p:cNvPicPr>
          <p:nvPr/>
        </p:nvPicPr>
        <p:blipFill>
          <a:blip r:embed="rId3"/>
          <a:stretch>
            <a:fillRect/>
          </a:stretch>
        </p:blipFill>
        <p:spPr>
          <a:xfrm>
            <a:off x="1923848" y="1165619"/>
            <a:ext cx="3479426" cy="2857462"/>
          </a:xfrm>
          <a:prstGeom prst="rect">
            <a:avLst/>
          </a:prstGeom>
        </p:spPr>
      </p:pic>
      <p:pic>
        <p:nvPicPr>
          <p:cNvPr id="6" name="Picture 5">
            <a:extLst>
              <a:ext uri="{FF2B5EF4-FFF2-40B4-BE49-F238E27FC236}">
                <a16:creationId xmlns:a16="http://schemas.microsoft.com/office/drawing/2014/main" id="{6485A1D7-D46C-30C0-0560-5CC99C0D3AD1}"/>
              </a:ext>
            </a:extLst>
          </p:cNvPr>
          <p:cNvPicPr>
            <a:picLocks noChangeAspect="1"/>
          </p:cNvPicPr>
          <p:nvPr/>
        </p:nvPicPr>
        <p:blipFill>
          <a:blip r:embed="rId4"/>
          <a:stretch>
            <a:fillRect/>
          </a:stretch>
        </p:blipFill>
        <p:spPr>
          <a:xfrm>
            <a:off x="6416471" y="1223523"/>
            <a:ext cx="3851681" cy="2785270"/>
          </a:xfrm>
          <a:prstGeom prst="rect">
            <a:avLst/>
          </a:prstGeom>
        </p:spPr>
      </p:pic>
    </p:spTree>
    <p:extLst>
      <p:ext uri="{BB962C8B-B14F-4D97-AF65-F5344CB8AC3E}">
        <p14:creationId xmlns:p14="http://schemas.microsoft.com/office/powerpoint/2010/main" val="168046984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Hybrid Architectures</a:t>
            </a:r>
          </a:p>
        </p:txBody>
      </p:sp>
      <p:sp>
        <p:nvSpPr>
          <p:cNvPr id="117" name="Shape 117"/>
          <p:cNvSpPr txBox="1"/>
          <p:nvPr/>
        </p:nvSpPr>
        <p:spPr>
          <a:xfrm>
            <a:off x="542144" y="1127687"/>
            <a:ext cx="11248073" cy="3084095"/>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dirty="0">
                <a:solidFill>
                  <a:srgbClr val="0070C0"/>
                </a:solidFill>
                <a:latin typeface="Bookman Old Style" panose="02050604050505020204" pitchFamily="18" charset="0"/>
              </a:rPr>
              <a:t>Many more architectures can be designed by combining the previously described architectures in different ways and result in what are called </a:t>
            </a:r>
            <a:r>
              <a:rPr lang="en-US" sz="2000" b="1" dirty="0">
                <a:solidFill>
                  <a:srgbClr val="0070C0"/>
                </a:solidFill>
                <a:latin typeface="Bookman Old Style" panose="02050604050505020204" pitchFamily="18" charset="0"/>
              </a:rPr>
              <a:t>hybrid architectures. </a:t>
            </a:r>
            <a:r>
              <a:rPr lang="en-US" sz="2000" dirty="0">
                <a:solidFill>
                  <a:schemeClr val="tx1"/>
                </a:solidFill>
                <a:latin typeface="Bookman Old Style" panose="02050604050505020204" pitchFamily="18" charset="0"/>
              </a:rPr>
              <a:t>A few examples are:</a:t>
            </a:r>
          </a:p>
          <a:p>
            <a:pPr>
              <a:lnSpc>
                <a:spcPct val="150000"/>
              </a:lnSpc>
            </a:pPr>
            <a:r>
              <a:rPr lang="en-US" sz="2000" b="1" dirty="0">
                <a:solidFill>
                  <a:schemeClr val="tx1"/>
                </a:solidFill>
                <a:latin typeface="Bookman Old Style" panose="02050604050505020204" pitchFamily="18" charset="0"/>
              </a:rPr>
              <a:t>	⇒ Superpeer networks</a:t>
            </a:r>
          </a:p>
          <a:p>
            <a:pPr>
              <a:lnSpc>
                <a:spcPct val="150000"/>
              </a:lnSpc>
            </a:pPr>
            <a:r>
              <a:rPr lang="en-US" sz="2000" b="1" dirty="0">
                <a:solidFill>
                  <a:schemeClr val="tx1"/>
                </a:solidFill>
                <a:latin typeface="Bookman Old Style" panose="02050604050505020204" pitchFamily="18" charset="0"/>
              </a:rPr>
              <a:t>	⇒ Collaborative distributed systems</a:t>
            </a:r>
            <a:endParaRPr lang="en-US" sz="2000" dirty="0">
              <a:solidFill>
                <a:schemeClr val="tx1"/>
              </a:solidFill>
              <a:latin typeface="Bookman Old Style" panose="02050604050505020204" pitchFamily="18" charset="0"/>
            </a:endParaRPr>
          </a:p>
          <a:p>
            <a:pPr>
              <a:lnSpc>
                <a:spcPct val="150000"/>
              </a:lnSpc>
            </a:pPr>
            <a:r>
              <a:rPr lang="en-US" sz="2000" b="1" dirty="0">
                <a:solidFill>
                  <a:schemeClr val="tx1"/>
                </a:solidFill>
                <a:latin typeface="Bookman Old Style" panose="02050604050505020204" pitchFamily="18" charset="0"/>
              </a:rPr>
              <a:t>	⇒ Edge-server networks</a:t>
            </a:r>
            <a:endParaRPr lang="en-US" sz="2000" dirty="0">
              <a:solidFill>
                <a:schemeClr val="tx1"/>
              </a:solidFill>
              <a:latin typeface="Bookman Old Style" panose="02050604050505020204" pitchFamily="18" charset="0"/>
            </a:endParaRPr>
          </a:p>
        </p:txBody>
      </p:sp>
    </p:spTree>
    <p:extLst>
      <p:ext uri="{BB962C8B-B14F-4D97-AF65-F5344CB8AC3E}">
        <p14:creationId xmlns:p14="http://schemas.microsoft.com/office/powerpoint/2010/main" val="121533086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Superpeer networks</a:t>
            </a:r>
          </a:p>
        </p:txBody>
      </p:sp>
      <p:sp>
        <p:nvSpPr>
          <p:cNvPr id="117" name="Shape 117"/>
          <p:cNvSpPr txBox="1"/>
          <p:nvPr/>
        </p:nvSpPr>
        <p:spPr>
          <a:xfrm>
            <a:off x="542144" y="1127688"/>
            <a:ext cx="11248073" cy="3125658"/>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dirty="0">
                <a:solidFill>
                  <a:srgbClr val="0070C0"/>
                </a:solidFill>
                <a:latin typeface="Bookman Old Style" panose="02050604050505020204" pitchFamily="18" charset="0"/>
              </a:rPr>
              <a:t>In this architecture a few superpeers form a peer to peer network, while the regular peers are clients to a </a:t>
            </a:r>
            <a:r>
              <a:rPr lang="en-US" sz="2000" b="1" dirty="0">
                <a:solidFill>
                  <a:srgbClr val="0070C0"/>
                </a:solidFill>
                <a:latin typeface="Bookman Old Style" panose="02050604050505020204" pitchFamily="18" charset="0"/>
              </a:rPr>
              <a:t>superpeer</a:t>
            </a:r>
            <a:r>
              <a:rPr lang="en-US" sz="2000" dirty="0">
                <a:solidFill>
                  <a:srgbClr val="0070C0"/>
                </a:solidFill>
                <a:latin typeface="Bookman Old Style" panose="02050604050505020204" pitchFamily="18" charset="0"/>
              </a:rPr>
              <a:t>. </a:t>
            </a:r>
          </a:p>
          <a:p>
            <a:pPr>
              <a:lnSpc>
                <a:spcPct val="150000"/>
              </a:lnSpc>
            </a:pPr>
            <a:r>
              <a:rPr lang="en-US" sz="2000" dirty="0">
                <a:solidFill>
                  <a:schemeClr val="tx1"/>
                </a:solidFill>
                <a:latin typeface="Bookman Old Style" panose="02050604050505020204" pitchFamily="18" charset="0"/>
              </a:rPr>
              <a:t>	⇒ Regular peers are clients of superpeers</a:t>
            </a:r>
          </a:p>
          <a:p>
            <a:pPr>
              <a:lnSpc>
                <a:spcPct val="150000"/>
              </a:lnSpc>
            </a:pPr>
            <a:r>
              <a:rPr lang="en-US" sz="2000" dirty="0">
                <a:solidFill>
                  <a:schemeClr val="tx1"/>
                </a:solidFill>
                <a:latin typeface="Bookman Old Style" panose="02050604050505020204" pitchFamily="18" charset="0"/>
              </a:rPr>
              <a:t>	⇒ Superpeers are servers for regular peers</a:t>
            </a:r>
          </a:p>
          <a:p>
            <a:pPr>
              <a:lnSpc>
                <a:spcPct val="150000"/>
              </a:lnSpc>
            </a:pPr>
            <a:r>
              <a:rPr lang="en-US" sz="2000" dirty="0">
                <a:solidFill>
                  <a:schemeClr val="tx1"/>
                </a:solidFill>
                <a:latin typeface="Bookman Old Style" panose="02050604050505020204" pitchFamily="18" charset="0"/>
              </a:rPr>
              <a:t>	⇒ Superpeers are peers among themselves</a:t>
            </a:r>
          </a:p>
          <a:p>
            <a:pPr>
              <a:lnSpc>
                <a:spcPct val="150000"/>
              </a:lnSpc>
            </a:pPr>
            <a:r>
              <a:rPr lang="en-US" sz="2000" dirty="0">
                <a:solidFill>
                  <a:schemeClr val="tx1"/>
                </a:solidFill>
                <a:latin typeface="Bookman Old Style" panose="02050604050505020204" pitchFamily="18" charset="0"/>
              </a:rPr>
              <a:t>	⇒ Superpeers may maintain large index, or act as brokers</a:t>
            </a:r>
          </a:p>
          <a:p>
            <a:pPr>
              <a:lnSpc>
                <a:spcPct val="150000"/>
              </a:lnSpc>
            </a:pPr>
            <a:r>
              <a:rPr lang="en-US" sz="2000" b="1" dirty="0">
                <a:solidFill>
                  <a:schemeClr val="tx1"/>
                </a:solidFill>
                <a:latin typeface="Bookman Old Style" panose="02050604050505020204" pitchFamily="18" charset="0"/>
              </a:rPr>
              <a:t>	⇒ Example: </a:t>
            </a:r>
            <a:r>
              <a:rPr lang="en-US" sz="2000" dirty="0">
                <a:solidFill>
                  <a:schemeClr val="tx1"/>
                </a:solidFill>
                <a:latin typeface="Bookman Old Style" panose="02050604050505020204" pitchFamily="18" charset="0"/>
              </a:rPr>
              <a:t>Skype</a:t>
            </a:r>
          </a:p>
        </p:txBody>
      </p:sp>
      <p:pic>
        <p:nvPicPr>
          <p:cNvPr id="3" name="Picture 2">
            <a:extLst>
              <a:ext uri="{FF2B5EF4-FFF2-40B4-BE49-F238E27FC236}">
                <a16:creationId xmlns:a16="http://schemas.microsoft.com/office/drawing/2014/main" id="{0DD5CF4E-5549-C579-C723-FE0D4138B2D0}"/>
              </a:ext>
            </a:extLst>
          </p:cNvPr>
          <p:cNvPicPr>
            <a:picLocks noChangeAspect="1"/>
          </p:cNvPicPr>
          <p:nvPr/>
        </p:nvPicPr>
        <p:blipFill>
          <a:blip r:embed="rId3"/>
          <a:stretch>
            <a:fillRect/>
          </a:stretch>
        </p:blipFill>
        <p:spPr>
          <a:xfrm>
            <a:off x="4656945" y="3952875"/>
            <a:ext cx="5042969" cy="2905125"/>
          </a:xfrm>
          <a:prstGeom prst="rect">
            <a:avLst/>
          </a:prstGeom>
        </p:spPr>
      </p:pic>
    </p:spTree>
    <p:extLst>
      <p:ext uri="{BB962C8B-B14F-4D97-AF65-F5344CB8AC3E}">
        <p14:creationId xmlns:p14="http://schemas.microsoft.com/office/powerpoint/2010/main" val="73867708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Collaborative distributed systems</a:t>
            </a:r>
          </a:p>
        </p:txBody>
      </p:sp>
      <p:sp>
        <p:nvSpPr>
          <p:cNvPr id="117" name="Shape 117"/>
          <p:cNvSpPr txBox="1"/>
          <p:nvPr/>
        </p:nvSpPr>
        <p:spPr>
          <a:xfrm>
            <a:off x="542144" y="1127687"/>
            <a:ext cx="11248073" cy="5217695"/>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dirty="0">
                <a:solidFill>
                  <a:srgbClr val="0070C0"/>
                </a:solidFill>
                <a:latin typeface="Bookman Old Style" panose="02050604050505020204" pitchFamily="18" charset="0"/>
              </a:rPr>
              <a:t>In this systems, peers support each other to deliver content in a peer to peer like architecture, while they use a client server architecture for the initial setup of the network. </a:t>
            </a:r>
            <a:r>
              <a:rPr lang="en-US" sz="2000" b="1" dirty="0">
                <a:solidFill>
                  <a:srgbClr val="FF0000"/>
                </a:solidFill>
                <a:latin typeface="Bookman Old Style" panose="02050604050505020204" pitchFamily="18" charset="0"/>
              </a:rPr>
              <a:t>Ex: </a:t>
            </a:r>
            <a:r>
              <a:rPr lang="en-US" sz="2000" dirty="0">
                <a:solidFill>
                  <a:schemeClr val="tx1"/>
                </a:solidFill>
                <a:latin typeface="Bookman Old Style" panose="02050604050505020204" pitchFamily="18" charset="0"/>
              </a:rPr>
              <a:t>BitTorrent</a:t>
            </a:r>
          </a:p>
          <a:p>
            <a:pPr>
              <a:lnSpc>
                <a:spcPct val="150000"/>
              </a:lnSpc>
            </a:pPr>
            <a:r>
              <a:rPr lang="en-US" sz="2000" dirty="0">
                <a:solidFill>
                  <a:schemeClr val="tx1"/>
                </a:solidFill>
                <a:latin typeface="Bookman Old Style" panose="02050604050505020204" pitchFamily="18" charset="0"/>
              </a:rPr>
              <a:t>	⇒ Node downloads chunks of file from many other nodes</a:t>
            </a:r>
          </a:p>
          <a:p>
            <a:pPr>
              <a:lnSpc>
                <a:spcPct val="150000"/>
              </a:lnSpc>
            </a:pPr>
            <a:r>
              <a:rPr lang="en-US" sz="2000" dirty="0">
                <a:solidFill>
                  <a:schemeClr val="tx1"/>
                </a:solidFill>
                <a:latin typeface="Bookman Old Style" panose="02050604050505020204" pitchFamily="18" charset="0"/>
              </a:rPr>
              <a:t>	⇒ Node provides downloaded chunks to other nodes</a:t>
            </a:r>
          </a:p>
          <a:p>
            <a:pPr>
              <a:lnSpc>
                <a:spcPct val="150000"/>
              </a:lnSpc>
            </a:pPr>
            <a:r>
              <a:rPr lang="en-US" sz="2000" dirty="0">
                <a:solidFill>
                  <a:schemeClr val="tx1"/>
                </a:solidFill>
                <a:latin typeface="Bookman Old Style" panose="02050604050505020204" pitchFamily="18" charset="0"/>
              </a:rPr>
              <a:t>	⇒ Tracker keeps track of active nodes that have chunks of fil</a:t>
            </a:r>
          </a:p>
          <a:p>
            <a:pPr marL="342900" indent="-342900">
              <a:lnSpc>
                <a:spcPct val="150000"/>
              </a:lnSpc>
              <a:buFont typeface="Wingdings" panose="05000000000000000000" pitchFamily="2" charset="2"/>
              <a:buChar char="§"/>
            </a:pPr>
            <a:endParaRPr lang="en-US" sz="2000" dirty="0">
              <a:solidFill>
                <a:schemeClr val="tx1"/>
              </a:solidFill>
              <a:latin typeface="Bookman Old Style" panose="02050604050505020204" pitchFamily="18" charset="0"/>
            </a:endParaRPr>
          </a:p>
        </p:txBody>
      </p:sp>
      <p:pic>
        <p:nvPicPr>
          <p:cNvPr id="3" name="Picture 2">
            <a:extLst>
              <a:ext uri="{FF2B5EF4-FFF2-40B4-BE49-F238E27FC236}">
                <a16:creationId xmlns:a16="http://schemas.microsoft.com/office/drawing/2014/main" id="{B3682B20-007B-2128-C0AD-0E242430B8DB}"/>
              </a:ext>
            </a:extLst>
          </p:cNvPr>
          <p:cNvPicPr>
            <a:picLocks noChangeAspect="1"/>
          </p:cNvPicPr>
          <p:nvPr/>
        </p:nvPicPr>
        <p:blipFill>
          <a:blip r:embed="rId3"/>
          <a:stretch>
            <a:fillRect/>
          </a:stretch>
        </p:blipFill>
        <p:spPr>
          <a:xfrm>
            <a:off x="2479964" y="3964132"/>
            <a:ext cx="6816435" cy="2381250"/>
          </a:xfrm>
          <a:prstGeom prst="rect">
            <a:avLst/>
          </a:prstGeom>
        </p:spPr>
      </p:pic>
    </p:spTree>
    <p:extLst>
      <p:ext uri="{BB962C8B-B14F-4D97-AF65-F5344CB8AC3E}">
        <p14:creationId xmlns:p14="http://schemas.microsoft.com/office/powerpoint/2010/main" val="68509680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Edge-server networks</a:t>
            </a:r>
          </a:p>
        </p:txBody>
      </p:sp>
      <p:sp>
        <p:nvSpPr>
          <p:cNvPr id="117" name="Shape 117"/>
          <p:cNvSpPr txBox="1"/>
          <p:nvPr/>
        </p:nvSpPr>
        <p:spPr>
          <a:xfrm>
            <a:off x="542144" y="1127687"/>
            <a:ext cx="11248073" cy="2876277"/>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dirty="0">
                <a:solidFill>
                  <a:srgbClr val="0070C0"/>
                </a:solidFill>
                <a:latin typeface="Bookman Old Style" panose="02050604050505020204" pitchFamily="18" charset="0"/>
              </a:rPr>
              <a:t>Client nodes (e.g., home users or an enterprise’s employees) then access the nearby edge servers instead of the original server (which may be located far away). </a:t>
            </a:r>
            <a:endParaRPr lang="en-US" sz="2000" dirty="0">
              <a:solidFill>
                <a:schemeClr val="tx1"/>
              </a:solidFill>
              <a:latin typeface="Bookman Old Style" panose="02050604050505020204" pitchFamily="18" charset="0"/>
            </a:endParaRPr>
          </a:p>
          <a:p>
            <a:pPr>
              <a:lnSpc>
                <a:spcPct val="150000"/>
              </a:lnSpc>
            </a:pPr>
            <a:r>
              <a:rPr lang="en-US" sz="2000" dirty="0">
                <a:solidFill>
                  <a:schemeClr val="tx1"/>
                </a:solidFill>
                <a:latin typeface="Bookman Old Style" panose="02050604050505020204" pitchFamily="18" charset="0"/>
              </a:rPr>
              <a:t>	⇒ Servers placed at the edge of the network</a:t>
            </a:r>
          </a:p>
          <a:p>
            <a:pPr>
              <a:lnSpc>
                <a:spcPct val="150000"/>
              </a:lnSpc>
            </a:pPr>
            <a:r>
              <a:rPr lang="en-US" sz="2000" dirty="0">
                <a:solidFill>
                  <a:schemeClr val="tx1"/>
                </a:solidFill>
                <a:latin typeface="Bookman Old Style" panose="02050604050505020204" pitchFamily="18" charset="0"/>
              </a:rPr>
              <a:t>	⇒ Servers replicate content</a:t>
            </a:r>
          </a:p>
          <a:p>
            <a:pPr>
              <a:lnSpc>
                <a:spcPct val="150000"/>
              </a:lnSpc>
            </a:pPr>
            <a:r>
              <a:rPr lang="en-US" sz="2000" dirty="0">
                <a:solidFill>
                  <a:schemeClr val="tx1"/>
                </a:solidFill>
                <a:latin typeface="Bookman Old Style" panose="02050604050505020204" pitchFamily="18" charset="0"/>
              </a:rPr>
              <a:t>	⇒ Mostly used for content and application distribution</a:t>
            </a:r>
          </a:p>
          <a:p>
            <a:pPr>
              <a:lnSpc>
                <a:spcPct val="150000"/>
              </a:lnSpc>
            </a:pPr>
            <a:r>
              <a:rPr lang="en-US" sz="2000" dirty="0">
                <a:solidFill>
                  <a:schemeClr val="tx1"/>
                </a:solidFill>
                <a:latin typeface="Bookman Old Style" panose="02050604050505020204" pitchFamily="18" charset="0"/>
              </a:rPr>
              <a:t>	⇒ </a:t>
            </a:r>
            <a:r>
              <a:rPr lang="en-US" sz="2000" b="1" dirty="0">
                <a:solidFill>
                  <a:schemeClr val="tx1"/>
                </a:solidFill>
                <a:latin typeface="Bookman Old Style" panose="02050604050505020204" pitchFamily="18" charset="0"/>
              </a:rPr>
              <a:t>Content Distribution Networks: </a:t>
            </a:r>
            <a:r>
              <a:rPr lang="en-US" sz="2000" dirty="0">
                <a:solidFill>
                  <a:schemeClr val="tx1"/>
                </a:solidFill>
                <a:latin typeface="Bookman Old Style" panose="02050604050505020204" pitchFamily="18" charset="0"/>
              </a:rPr>
              <a:t>Akamai, CloudFront, CoralCDN</a:t>
            </a:r>
          </a:p>
          <a:p>
            <a:pPr marL="342900" indent="-342900">
              <a:lnSpc>
                <a:spcPct val="150000"/>
              </a:lnSpc>
              <a:buFont typeface="Wingdings" panose="05000000000000000000" pitchFamily="2" charset="2"/>
              <a:buChar char="§"/>
            </a:pPr>
            <a:endParaRPr lang="en-US" sz="2000" dirty="0">
              <a:solidFill>
                <a:schemeClr val="tx1"/>
              </a:solidFill>
              <a:latin typeface="Bookman Old Style" panose="02050604050505020204" pitchFamily="18" charset="0"/>
            </a:endParaRPr>
          </a:p>
        </p:txBody>
      </p:sp>
      <p:pic>
        <p:nvPicPr>
          <p:cNvPr id="3" name="Picture 2">
            <a:extLst>
              <a:ext uri="{FF2B5EF4-FFF2-40B4-BE49-F238E27FC236}">
                <a16:creationId xmlns:a16="http://schemas.microsoft.com/office/drawing/2014/main" id="{7B6F6804-B1EF-8D86-23DC-54C62A932BAD}"/>
              </a:ext>
            </a:extLst>
          </p:cNvPr>
          <p:cNvPicPr>
            <a:picLocks noChangeAspect="1"/>
          </p:cNvPicPr>
          <p:nvPr/>
        </p:nvPicPr>
        <p:blipFill>
          <a:blip r:embed="rId3"/>
          <a:stretch>
            <a:fillRect/>
          </a:stretch>
        </p:blipFill>
        <p:spPr>
          <a:xfrm>
            <a:off x="2438401" y="3953148"/>
            <a:ext cx="6996544" cy="2825461"/>
          </a:xfrm>
          <a:prstGeom prst="rect">
            <a:avLst/>
          </a:prstGeom>
        </p:spPr>
      </p:pic>
    </p:spTree>
    <p:extLst>
      <p:ext uri="{BB962C8B-B14F-4D97-AF65-F5344CB8AC3E}">
        <p14:creationId xmlns:p14="http://schemas.microsoft.com/office/powerpoint/2010/main" val="131940364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Communication</a:t>
            </a:r>
          </a:p>
        </p:txBody>
      </p:sp>
      <p:sp>
        <p:nvSpPr>
          <p:cNvPr id="117" name="Shape 117"/>
          <p:cNvSpPr txBox="1"/>
          <p:nvPr/>
        </p:nvSpPr>
        <p:spPr>
          <a:xfrm>
            <a:off x="542145" y="1127687"/>
            <a:ext cx="11248073" cy="5217695"/>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400" b="1" dirty="0">
                <a:solidFill>
                  <a:schemeClr val="tx1"/>
                </a:solidFill>
                <a:latin typeface="Bookman Old Style" panose="02050604050505020204" pitchFamily="18" charset="0"/>
              </a:rPr>
              <a:t>Why Communication need?</a:t>
            </a: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Cooperating processes need to communicate.</a:t>
            </a:r>
          </a:p>
          <a:p>
            <a:pPr>
              <a:lnSpc>
                <a:spcPct val="150000"/>
              </a:lnSpc>
            </a:pPr>
            <a:r>
              <a:rPr lang="en-US" sz="2000" dirty="0">
                <a:solidFill>
                  <a:schemeClr val="tx1"/>
                </a:solidFill>
                <a:latin typeface="Bookman Old Style" panose="02050604050505020204" pitchFamily="18" charset="0"/>
              </a:rPr>
              <a:t>	⇒ For synchronization and control</a:t>
            </a:r>
          </a:p>
          <a:p>
            <a:pPr>
              <a:lnSpc>
                <a:spcPct val="150000"/>
              </a:lnSpc>
            </a:pPr>
            <a:r>
              <a:rPr lang="en-US" sz="2000" dirty="0">
                <a:solidFill>
                  <a:schemeClr val="tx1"/>
                </a:solidFill>
                <a:latin typeface="Bookman Old Style" panose="02050604050505020204" pitchFamily="18" charset="0"/>
              </a:rPr>
              <a:t>	⇒ To share data</a:t>
            </a:r>
          </a:p>
          <a:p>
            <a:pPr marL="342900" indent="-342900">
              <a:lnSpc>
                <a:spcPct val="150000"/>
              </a:lnSpc>
              <a:buFont typeface="Wingdings" panose="05000000000000000000" pitchFamily="2" charset="2"/>
              <a:buChar char="§"/>
            </a:pPr>
            <a:endParaRPr lang="en-US" sz="2000" dirty="0">
              <a:solidFill>
                <a:schemeClr val="tx1"/>
              </a:solidFill>
              <a:latin typeface="Bookman Old Style" panose="02050604050505020204" pitchFamily="18" charset="0"/>
            </a:endParaRP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A key property of all distributed systems is that they consist of separate processes that communicate in order to get work done. </a:t>
            </a:r>
          </a:p>
          <a:p>
            <a:pPr marL="342900" indent="-342900">
              <a:lnSpc>
                <a:spcPct val="150000"/>
              </a:lnSpc>
              <a:buFont typeface="Wingdings" panose="05000000000000000000" pitchFamily="2" charset="2"/>
              <a:buChar char="§"/>
            </a:pPr>
            <a:r>
              <a:rPr lang="en-US" sz="2000" dirty="0">
                <a:solidFill>
                  <a:srgbClr val="0070C0"/>
                </a:solidFill>
                <a:latin typeface="Bookman Old Style" panose="02050604050505020204" pitchFamily="18" charset="0"/>
              </a:rPr>
              <a:t>How do communication between processes on a single computer (i.e., a uniprocessor or multiprocessor)?</a:t>
            </a:r>
            <a:endParaRPr lang="en-US" sz="2000" dirty="0">
              <a:solidFill>
                <a:schemeClr val="tx1"/>
              </a:solidFill>
              <a:latin typeface="Bookman Old Style" panose="02050604050505020204" pitchFamily="18" charset="0"/>
            </a:endParaRPr>
          </a:p>
        </p:txBody>
      </p:sp>
    </p:spTree>
    <p:extLst>
      <p:ext uri="{BB962C8B-B14F-4D97-AF65-F5344CB8AC3E}">
        <p14:creationId xmlns:p14="http://schemas.microsoft.com/office/powerpoint/2010/main" val="270748607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4391890" y="4059382"/>
            <a:ext cx="7232073" cy="1641554"/>
          </a:xfrm>
          <a:prstGeom prst="rect">
            <a:avLst/>
          </a:prstGeom>
          <a:noFill/>
          <a:ln>
            <a:noFill/>
          </a:ln>
        </p:spPr>
        <p:txBody>
          <a:bodyPr lIns="91425" tIns="45700" rIns="91425" bIns="45700" anchor="b" anchorCtr="0">
            <a:noAutofit/>
          </a:bodyPr>
          <a:lstStyle/>
          <a:p>
            <a:pPr algn="r">
              <a:buSzPct val="25000"/>
            </a:pPr>
            <a:r>
              <a:rPr lang="en-GB" sz="4800" dirty="0"/>
              <a:t>Communication in Non-distributed System</a:t>
            </a:r>
          </a:p>
        </p:txBody>
      </p:sp>
    </p:spTree>
    <p:extLst>
      <p:ext uri="{BB962C8B-B14F-4D97-AF65-F5344CB8AC3E}">
        <p14:creationId xmlns:p14="http://schemas.microsoft.com/office/powerpoint/2010/main" val="1583826118"/>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Non-Distributed System</a:t>
            </a:r>
          </a:p>
        </p:txBody>
      </p:sp>
      <p:sp>
        <p:nvSpPr>
          <p:cNvPr id="117" name="Shape 117"/>
          <p:cNvSpPr txBox="1"/>
          <p:nvPr/>
        </p:nvSpPr>
        <p:spPr>
          <a:xfrm>
            <a:off x="542145" y="1127687"/>
            <a:ext cx="11248073" cy="5217695"/>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b="1" dirty="0">
                <a:solidFill>
                  <a:srgbClr val="00B050"/>
                </a:solidFill>
                <a:latin typeface="Bookman Old Style" panose="02050604050505020204" pitchFamily="18" charset="0"/>
              </a:rPr>
              <a:t>Two approaches to communication:</a:t>
            </a:r>
          </a:p>
          <a:p>
            <a:pPr marL="342900" indent="-342900">
              <a:lnSpc>
                <a:spcPct val="150000"/>
              </a:lnSpc>
              <a:buFont typeface="Wingdings" panose="05000000000000000000" pitchFamily="2" charset="2"/>
              <a:buChar char="§"/>
            </a:pPr>
            <a:r>
              <a:rPr lang="en-US" sz="2000" b="1" dirty="0">
                <a:solidFill>
                  <a:srgbClr val="0070C0"/>
                </a:solidFill>
                <a:latin typeface="Bookman Old Style" panose="02050604050505020204" pitchFamily="18" charset="0"/>
              </a:rPr>
              <a:t>Shared memory</a:t>
            </a:r>
          </a:p>
          <a:p>
            <a:pPr>
              <a:lnSpc>
                <a:spcPct val="150000"/>
              </a:lnSpc>
            </a:pPr>
            <a:r>
              <a:rPr lang="en-US" sz="2000" dirty="0">
                <a:solidFill>
                  <a:schemeClr val="tx1"/>
                </a:solidFill>
                <a:latin typeface="Bookman Old Style" panose="02050604050505020204" pitchFamily="18" charset="0"/>
              </a:rPr>
              <a:t>	⇒ </a:t>
            </a:r>
            <a:r>
              <a:rPr lang="en-US" sz="2000" b="1" dirty="0">
                <a:solidFill>
                  <a:schemeClr val="tx1"/>
                </a:solidFill>
                <a:latin typeface="Bookman Old Style" panose="02050604050505020204" pitchFamily="18" charset="0"/>
              </a:rPr>
              <a:t>Direct memory access (Threads): </a:t>
            </a:r>
            <a:r>
              <a:rPr lang="en-US" sz="2000" dirty="0">
                <a:solidFill>
                  <a:schemeClr val="tx1"/>
                </a:solidFill>
                <a:latin typeface="Bookman Old Style" panose="02050604050505020204" pitchFamily="18" charset="0"/>
              </a:rPr>
              <a:t>Multiple threads of control share a single 	address space. They can freely access and modify each other’s memory.</a:t>
            </a:r>
          </a:p>
          <a:p>
            <a:pPr>
              <a:lnSpc>
                <a:spcPct val="150000"/>
              </a:lnSpc>
            </a:pPr>
            <a:r>
              <a:rPr lang="en-US" sz="2000" dirty="0">
                <a:solidFill>
                  <a:schemeClr val="tx1"/>
                </a:solidFill>
                <a:latin typeface="Bookman Old Style" panose="02050604050505020204" pitchFamily="18" charset="0"/>
              </a:rPr>
              <a:t>	⇒ </a:t>
            </a:r>
            <a:r>
              <a:rPr lang="en-US" sz="2000" b="1" dirty="0">
                <a:solidFill>
                  <a:schemeClr val="tx1"/>
                </a:solidFill>
                <a:latin typeface="Bookman Old Style" panose="02050604050505020204" pitchFamily="18" charset="0"/>
              </a:rPr>
              <a:t>Mapped memory (Processes): </a:t>
            </a:r>
            <a:r>
              <a:rPr lang="en-US" sz="2000" dirty="0">
                <a:solidFill>
                  <a:schemeClr val="tx1"/>
                </a:solidFill>
                <a:latin typeface="Bookman Old Style" panose="02050604050505020204" pitchFamily="18" charset="0"/>
              </a:rPr>
              <a:t>In the process model, each process is 	associated with a single private address space. They are prevented from 	accessing each other’s memory.</a:t>
            </a:r>
          </a:p>
          <a:p>
            <a:pPr>
              <a:lnSpc>
                <a:spcPct val="150000"/>
              </a:lnSpc>
            </a:pPr>
            <a:r>
              <a:rPr lang="en-US" sz="2000" dirty="0">
                <a:solidFill>
                  <a:schemeClr val="tx1"/>
                </a:solidFill>
                <a:latin typeface="Bookman Old Style" panose="02050604050505020204" pitchFamily="18" charset="0"/>
              </a:rPr>
              <a:t>	⇒ Some system provide both where each process can contain multiple threads, 	which means that threads can only freely access the memory of other threads 	in the same process.</a:t>
            </a:r>
          </a:p>
          <a:p>
            <a:pPr marL="342900" indent="-342900">
              <a:lnSpc>
                <a:spcPct val="150000"/>
              </a:lnSpc>
              <a:buFont typeface="Wingdings" panose="05000000000000000000" pitchFamily="2" charset="2"/>
              <a:buChar char="§"/>
            </a:pPr>
            <a:r>
              <a:rPr lang="en-US" sz="2000" b="1" dirty="0">
                <a:solidFill>
                  <a:srgbClr val="0070C0"/>
                </a:solidFill>
                <a:latin typeface="Bookman Old Style" panose="02050604050505020204" pitchFamily="18" charset="0"/>
              </a:rPr>
              <a:t>Message passing</a:t>
            </a:r>
          </a:p>
        </p:txBody>
      </p:sp>
    </p:spTree>
    <p:extLst>
      <p:ext uri="{BB962C8B-B14F-4D97-AF65-F5344CB8AC3E}">
        <p14:creationId xmlns:p14="http://schemas.microsoft.com/office/powerpoint/2010/main" val="3292034840"/>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Non-Distributed System</a:t>
            </a:r>
          </a:p>
        </p:txBody>
      </p:sp>
      <p:pic>
        <p:nvPicPr>
          <p:cNvPr id="4" name="Picture 3">
            <a:extLst>
              <a:ext uri="{FF2B5EF4-FFF2-40B4-BE49-F238E27FC236}">
                <a16:creationId xmlns:a16="http://schemas.microsoft.com/office/drawing/2014/main" id="{4AEE981D-E4B9-380C-D581-FC4154005C6F}"/>
              </a:ext>
            </a:extLst>
          </p:cNvPr>
          <p:cNvPicPr>
            <a:picLocks noChangeAspect="1"/>
          </p:cNvPicPr>
          <p:nvPr/>
        </p:nvPicPr>
        <p:blipFill>
          <a:blip r:embed="rId3"/>
          <a:stretch>
            <a:fillRect/>
          </a:stretch>
        </p:blipFill>
        <p:spPr>
          <a:xfrm>
            <a:off x="542145" y="1716935"/>
            <a:ext cx="4928668" cy="3424127"/>
          </a:xfrm>
          <a:prstGeom prst="rect">
            <a:avLst/>
          </a:prstGeom>
        </p:spPr>
      </p:pic>
      <p:pic>
        <p:nvPicPr>
          <p:cNvPr id="6" name="Picture 5">
            <a:extLst>
              <a:ext uri="{FF2B5EF4-FFF2-40B4-BE49-F238E27FC236}">
                <a16:creationId xmlns:a16="http://schemas.microsoft.com/office/drawing/2014/main" id="{C606D874-C2C0-97D5-07D5-408D78BAF969}"/>
              </a:ext>
            </a:extLst>
          </p:cNvPr>
          <p:cNvPicPr>
            <a:picLocks noChangeAspect="1"/>
          </p:cNvPicPr>
          <p:nvPr/>
        </p:nvPicPr>
        <p:blipFill>
          <a:blip r:embed="rId4"/>
          <a:stretch>
            <a:fillRect/>
          </a:stretch>
        </p:blipFill>
        <p:spPr>
          <a:xfrm>
            <a:off x="5578272" y="1716934"/>
            <a:ext cx="6386945" cy="3424127"/>
          </a:xfrm>
          <a:prstGeom prst="rect">
            <a:avLst/>
          </a:prstGeom>
        </p:spPr>
      </p:pic>
      <p:sp>
        <p:nvSpPr>
          <p:cNvPr id="10" name="TextBox 9">
            <a:extLst>
              <a:ext uri="{FF2B5EF4-FFF2-40B4-BE49-F238E27FC236}">
                <a16:creationId xmlns:a16="http://schemas.microsoft.com/office/drawing/2014/main" id="{87E6283C-1E33-3C17-D994-6F2FC0BD07F9}"/>
              </a:ext>
            </a:extLst>
          </p:cNvPr>
          <p:cNvSpPr txBox="1"/>
          <p:nvPr/>
        </p:nvSpPr>
        <p:spPr>
          <a:xfrm>
            <a:off x="2008909" y="5422535"/>
            <a:ext cx="2078182" cy="338554"/>
          </a:xfrm>
          <a:prstGeom prst="rect">
            <a:avLst/>
          </a:prstGeom>
          <a:solidFill>
            <a:schemeClr val="accent4"/>
          </a:solidFill>
        </p:spPr>
        <p:txBody>
          <a:bodyPr wrap="square">
            <a:spAutoFit/>
          </a:bodyPr>
          <a:lstStyle/>
          <a:p>
            <a:pPr algn="ctr"/>
            <a:r>
              <a:rPr lang="en-US" sz="1600" b="1" dirty="0">
                <a:latin typeface="Bookman Old Style" panose="02050604050505020204" pitchFamily="18" charset="0"/>
              </a:rPr>
              <a:t>Shared Memory</a:t>
            </a:r>
          </a:p>
        </p:txBody>
      </p:sp>
      <p:sp>
        <p:nvSpPr>
          <p:cNvPr id="11" name="TextBox 10">
            <a:extLst>
              <a:ext uri="{FF2B5EF4-FFF2-40B4-BE49-F238E27FC236}">
                <a16:creationId xmlns:a16="http://schemas.microsoft.com/office/drawing/2014/main" id="{E114D011-62E4-B312-4A29-D4CEEE406CB6}"/>
              </a:ext>
            </a:extLst>
          </p:cNvPr>
          <p:cNvSpPr txBox="1"/>
          <p:nvPr/>
        </p:nvSpPr>
        <p:spPr>
          <a:xfrm>
            <a:off x="7843246" y="5391758"/>
            <a:ext cx="2382981" cy="338554"/>
          </a:xfrm>
          <a:prstGeom prst="rect">
            <a:avLst/>
          </a:prstGeom>
          <a:solidFill>
            <a:schemeClr val="accent4"/>
          </a:solidFill>
        </p:spPr>
        <p:txBody>
          <a:bodyPr wrap="square">
            <a:spAutoFit/>
          </a:bodyPr>
          <a:lstStyle/>
          <a:p>
            <a:pPr algn="ctr"/>
            <a:r>
              <a:rPr lang="en-US" sz="1600" b="1" dirty="0">
                <a:latin typeface="Bookman Old Style" panose="02050604050505020204" pitchFamily="18" charset="0"/>
              </a:rPr>
              <a:t>Message Passing</a:t>
            </a:r>
          </a:p>
        </p:txBody>
      </p:sp>
    </p:spTree>
    <p:extLst>
      <p:ext uri="{BB962C8B-B14F-4D97-AF65-F5344CB8AC3E}">
        <p14:creationId xmlns:p14="http://schemas.microsoft.com/office/powerpoint/2010/main" val="3957299936"/>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Server Design</a:t>
            </a:r>
          </a:p>
        </p:txBody>
      </p:sp>
      <p:pic>
        <p:nvPicPr>
          <p:cNvPr id="3" name="Picture 2">
            <a:extLst>
              <a:ext uri="{FF2B5EF4-FFF2-40B4-BE49-F238E27FC236}">
                <a16:creationId xmlns:a16="http://schemas.microsoft.com/office/drawing/2014/main" id="{B2EE0A32-8216-FB6B-82B3-27C6E5AF1F97}"/>
              </a:ext>
            </a:extLst>
          </p:cNvPr>
          <p:cNvPicPr>
            <a:picLocks noChangeAspect="1"/>
          </p:cNvPicPr>
          <p:nvPr/>
        </p:nvPicPr>
        <p:blipFill>
          <a:blip r:embed="rId3"/>
          <a:stretch>
            <a:fillRect/>
          </a:stretch>
        </p:blipFill>
        <p:spPr>
          <a:xfrm>
            <a:off x="753341" y="1192416"/>
            <a:ext cx="5536623" cy="3048000"/>
          </a:xfrm>
          <a:prstGeom prst="rect">
            <a:avLst/>
          </a:prstGeom>
        </p:spPr>
      </p:pic>
      <p:pic>
        <p:nvPicPr>
          <p:cNvPr id="1026" name="Picture 2" descr="Diagram showing a simple finite state machine">
            <a:extLst>
              <a:ext uri="{FF2B5EF4-FFF2-40B4-BE49-F238E27FC236}">
                <a16:creationId xmlns:a16="http://schemas.microsoft.com/office/drawing/2014/main" id="{103D9F4B-0D33-A3DA-FBB3-54CC6AD72F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3925" y="1127687"/>
            <a:ext cx="4380548" cy="288959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8">
            <a:extLst>
              <a:ext uri="{FF2B5EF4-FFF2-40B4-BE49-F238E27FC236}">
                <a16:creationId xmlns:a16="http://schemas.microsoft.com/office/drawing/2014/main" id="{8764260E-72AE-2397-3AE8-7F780E02FA30}"/>
              </a:ext>
            </a:extLst>
          </p:cNvPr>
          <p:cNvGraphicFramePr>
            <a:graphicFrameLocks noGrp="1"/>
          </p:cNvGraphicFramePr>
          <p:nvPr>
            <p:extLst>
              <p:ext uri="{D42A27DB-BD31-4B8C-83A1-F6EECF244321}">
                <p14:modId xmlns:p14="http://schemas.microsoft.com/office/powerpoint/2010/main" val="3620183970"/>
              </p:ext>
            </p:extLst>
          </p:nvPr>
        </p:nvGraphicFramePr>
        <p:xfrm>
          <a:off x="2141682" y="4802101"/>
          <a:ext cx="8296564" cy="1584960"/>
        </p:xfrm>
        <a:graphic>
          <a:graphicData uri="http://schemas.openxmlformats.org/drawingml/2006/table">
            <a:tbl>
              <a:tblPr firstRow="1" bandRow="1">
                <a:tableStyleId>{0BAA8BB8-0F2D-4B6F-BF73-DB69942D12F1}</a:tableStyleId>
              </a:tblPr>
              <a:tblGrid>
                <a:gridCol w="3267364">
                  <a:extLst>
                    <a:ext uri="{9D8B030D-6E8A-4147-A177-3AD203B41FA5}">
                      <a16:colId xmlns:a16="http://schemas.microsoft.com/office/drawing/2014/main" val="3896454521"/>
                    </a:ext>
                  </a:extLst>
                </a:gridCol>
                <a:gridCol w="5029200">
                  <a:extLst>
                    <a:ext uri="{9D8B030D-6E8A-4147-A177-3AD203B41FA5}">
                      <a16:colId xmlns:a16="http://schemas.microsoft.com/office/drawing/2014/main" val="3974187653"/>
                    </a:ext>
                  </a:extLst>
                </a:gridCol>
              </a:tblGrid>
              <a:tr h="370840">
                <a:tc>
                  <a:txBody>
                    <a:bodyPr/>
                    <a:lstStyle/>
                    <a:p>
                      <a:pPr algn="ctr"/>
                      <a:r>
                        <a:rPr lang="en-US" sz="2000" b="1" dirty="0">
                          <a:latin typeface="Bookman Old Style" panose="02050604050505020204" pitchFamily="18" charset="0"/>
                        </a:rPr>
                        <a:t>Model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latin typeface="Bookman Old Style" panose="02050604050505020204" pitchFamily="18" charset="0"/>
                        </a:rPr>
                        <a:t>Characteristics</a:t>
                      </a:r>
                    </a:p>
                  </a:txBody>
                  <a:tcPr/>
                </a:tc>
                <a:extLst>
                  <a:ext uri="{0D108BD9-81ED-4DB2-BD59-A6C34878D82A}">
                    <a16:rowId xmlns:a16="http://schemas.microsoft.com/office/drawing/2014/main" val="3913172491"/>
                  </a:ext>
                </a:extLst>
              </a:tr>
              <a:tr h="228034">
                <a:tc>
                  <a:txBody>
                    <a:bodyPr/>
                    <a:lstStyle/>
                    <a:p>
                      <a:r>
                        <a:rPr lang="en-US" sz="2000" dirty="0">
                          <a:latin typeface="Bookman Old Style" panose="02050604050505020204" pitchFamily="18" charset="0"/>
                        </a:rPr>
                        <a:t>Single-threaded process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Bookman Old Style" panose="02050604050505020204" pitchFamily="18" charset="0"/>
                        </a:rPr>
                        <a:t>No parallelism, blocking system calls</a:t>
                      </a:r>
                    </a:p>
                  </a:txBody>
                  <a:tcPr/>
                </a:tc>
                <a:extLst>
                  <a:ext uri="{0D108BD9-81ED-4DB2-BD59-A6C34878D82A}">
                    <a16:rowId xmlns:a16="http://schemas.microsoft.com/office/drawing/2014/main" val="1429868072"/>
                  </a:ext>
                </a:extLst>
              </a:tr>
              <a:tr h="370840">
                <a:tc>
                  <a:txBody>
                    <a:bodyPr/>
                    <a:lstStyle/>
                    <a:p>
                      <a:r>
                        <a:rPr lang="en-US" sz="2000" dirty="0">
                          <a:latin typeface="Bookman Old Style" panose="02050604050505020204" pitchFamily="18" charset="0"/>
                        </a:rPr>
                        <a:t>Multiple Threads</a:t>
                      </a:r>
                    </a:p>
                  </a:txBody>
                  <a:tcPr/>
                </a:tc>
                <a:tc>
                  <a:txBody>
                    <a:bodyPr/>
                    <a:lstStyle/>
                    <a:p>
                      <a:r>
                        <a:rPr lang="en-US" sz="2000" dirty="0">
                          <a:latin typeface="Bookman Old Style" panose="02050604050505020204" pitchFamily="18" charset="0"/>
                        </a:rPr>
                        <a:t>Parallelism, blocking system calls</a:t>
                      </a:r>
                    </a:p>
                  </a:txBody>
                  <a:tcPr/>
                </a:tc>
                <a:extLst>
                  <a:ext uri="{0D108BD9-81ED-4DB2-BD59-A6C34878D82A}">
                    <a16:rowId xmlns:a16="http://schemas.microsoft.com/office/drawing/2014/main" val="4200935853"/>
                  </a:ext>
                </a:extLst>
              </a:tr>
              <a:tr h="370840">
                <a:tc>
                  <a:txBody>
                    <a:bodyPr/>
                    <a:lstStyle/>
                    <a:p>
                      <a:r>
                        <a:rPr lang="en-US" sz="2000" dirty="0">
                          <a:latin typeface="Bookman Old Style" panose="02050604050505020204" pitchFamily="18" charset="0"/>
                        </a:rPr>
                        <a:t>Finite-state machine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Bookman Old Style" panose="02050604050505020204" pitchFamily="18" charset="0"/>
                        </a:rPr>
                        <a:t>Parallelism, non-blocking system calls</a:t>
                      </a:r>
                    </a:p>
                  </a:txBody>
                  <a:tcPr/>
                </a:tc>
                <a:extLst>
                  <a:ext uri="{0D108BD9-81ED-4DB2-BD59-A6C34878D82A}">
                    <a16:rowId xmlns:a16="http://schemas.microsoft.com/office/drawing/2014/main" val="511544741"/>
                  </a:ext>
                </a:extLst>
              </a:tr>
            </a:tbl>
          </a:graphicData>
        </a:graphic>
      </p:graphicFrame>
      <p:sp>
        <p:nvSpPr>
          <p:cNvPr id="14" name="TextBox 13">
            <a:extLst>
              <a:ext uri="{FF2B5EF4-FFF2-40B4-BE49-F238E27FC236}">
                <a16:creationId xmlns:a16="http://schemas.microsoft.com/office/drawing/2014/main" id="{4DA9B649-C21B-5497-B425-1502BCA15D1D}"/>
              </a:ext>
            </a:extLst>
          </p:cNvPr>
          <p:cNvSpPr txBox="1"/>
          <p:nvPr/>
        </p:nvSpPr>
        <p:spPr>
          <a:xfrm>
            <a:off x="2466109" y="4240416"/>
            <a:ext cx="2078182" cy="338554"/>
          </a:xfrm>
          <a:prstGeom prst="rect">
            <a:avLst/>
          </a:prstGeom>
          <a:solidFill>
            <a:schemeClr val="accent4"/>
          </a:solidFill>
        </p:spPr>
        <p:txBody>
          <a:bodyPr wrap="square">
            <a:spAutoFit/>
          </a:bodyPr>
          <a:lstStyle/>
          <a:p>
            <a:pPr algn="ctr"/>
            <a:r>
              <a:rPr lang="en-US" sz="1600" b="1" dirty="0">
                <a:latin typeface="Bookman Old Style" panose="02050604050505020204" pitchFamily="18" charset="0"/>
              </a:rPr>
              <a:t>Multiple Threads</a:t>
            </a:r>
          </a:p>
        </p:txBody>
      </p:sp>
      <p:sp>
        <p:nvSpPr>
          <p:cNvPr id="15" name="TextBox 14">
            <a:extLst>
              <a:ext uri="{FF2B5EF4-FFF2-40B4-BE49-F238E27FC236}">
                <a16:creationId xmlns:a16="http://schemas.microsoft.com/office/drawing/2014/main" id="{A1EBD873-EEBC-6E97-A887-C025E443B335}"/>
              </a:ext>
            </a:extLst>
          </p:cNvPr>
          <p:cNvSpPr txBox="1"/>
          <p:nvPr/>
        </p:nvSpPr>
        <p:spPr>
          <a:xfrm>
            <a:off x="7765892" y="4240416"/>
            <a:ext cx="2672354" cy="338554"/>
          </a:xfrm>
          <a:prstGeom prst="rect">
            <a:avLst/>
          </a:prstGeom>
          <a:solidFill>
            <a:schemeClr val="accent4"/>
          </a:solidFill>
        </p:spPr>
        <p:txBody>
          <a:bodyPr wrap="square">
            <a:spAutoFit/>
          </a:bodyPr>
          <a:lstStyle/>
          <a:p>
            <a:pPr algn="ctr"/>
            <a:r>
              <a:rPr lang="en-US" sz="1600" b="1" dirty="0">
                <a:latin typeface="Bookman Old Style" panose="02050604050505020204" pitchFamily="18" charset="0"/>
              </a:rPr>
              <a:t>Finite-state machine </a:t>
            </a:r>
          </a:p>
        </p:txBody>
      </p:sp>
    </p:spTree>
    <p:extLst>
      <p:ext uri="{BB962C8B-B14F-4D97-AF65-F5344CB8AC3E}">
        <p14:creationId xmlns:p14="http://schemas.microsoft.com/office/powerpoint/2010/main" val="3563823229"/>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Stateful Vs Stateless Servers</a:t>
            </a:r>
          </a:p>
        </p:txBody>
      </p:sp>
      <p:sp>
        <p:nvSpPr>
          <p:cNvPr id="7" name="TextBox 6">
            <a:extLst>
              <a:ext uri="{FF2B5EF4-FFF2-40B4-BE49-F238E27FC236}">
                <a16:creationId xmlns:a16="http://schemas.microsoft.com/office/drawing/2014/main" id="{7BF84CD3-C7CA-1513-C19E-BA7423F88118}"/>
              </a:ext>
            </a:extLst>
          </p:cNvPr>
          <p:cNvSpPr txBox="1"/>
          <p:nvPr/>
        </p:nvSpPr>
        <p:spPr>
          <a:xfrm>
            <a:off x="542145" y="1127687"/>
            <a:ext cx="11220364" cy="5022914"/>
          </a:xfrm>
          <a:prstGeom prst="rect">
            <a:avLst/>
          </a:prstGeom>
          <a:noFill/>
        </p:spPr>
        <p:txBody>
          <a:bodyPr wrap="square">
            <a:spAutoFit/>
          </a:bodyPr>
          <a:lstStyle/>
          <a:p>
            <a:pPr marL="342900" indent="-342900">
              <a:lnSpc>
                <a:spcPct val="114000"/>
              </a:lnSpc>
              <a:buFont typeface="Wingdings" panose="05000000000000000000" pitchFamily="2" charset="2"/>
              <a:buChar char="µ"/>
            </a:pPr>
            <a:r>
              <a:rPr lang="en-US" sz="2000" b="1" dirty="0">
                <a:latin typeface="Bookman Old Style" panose="02050604050505020204" pitchFamily="18" charset="0"/>
              </a:rPr>
              <a:t>Stateful Server:</a:t>
            </a:r>
          </a:p>
          <a:p>
            <a:pPr>
              <a:lnSpc>
                <a:spcPct val="114000"/>
              </a:lnSpc>
            </a:pPr>
            <a:r>
              <a:rPr lang="en-US" sz="2000" dirty="0">
                <a:latin typeface="Bookman Old Style" panose="02050604050505020204" pitchFamily="18" charset="0"/>
              </a:rPr>
              <a:t>⇒ Keeps persistent information about clients</a:t>
            </a:r>
          </a:p>
          <a:p>
            <a:pPr marL="342900" indent="-342900">
              <a:lnSpc>
                <a:spcPct val="114000"/>
              </a:lnSpc>
              <a:buFont typeface="Wingdings" panose="05000000000000000000" pitchFamily="2" charset="2"/>
              <a:buChar char="ü"/>
            </a:pPr>
            <a:r>
              <a:rPr lang="en-US" sz="2000" dirty="0">
                <a:latin typeface="Bookman Old Style" panose="02050604050505020204" pitchFamily="18" charset="0"/>
              </a:rPr>
              <a:t>Improved performance</a:t>
            </a:r>
          </a:p>
          <a:p>
            <a:pPr marL="342900" indent="-342900">
              <a:lnSpc>
                <a:spcPct val="114000"/>
              </a:lnSpc>
              <a:buFont typeface="Wingdings" panose="05000000000000000000" pitchFamily="2" charset="2"/>
              <a:buChar char="ü"/>
            </a:pPr>
            <a:r>
              <a:rPr lang="en-US" sz="2000" dirty="0">
                <a:latin typeface="Bookman Old Style" panose="02050604050505020204" pitchFamily="18" charset="0"/>
              </a:rPr>
              <a:t>Expensive crash recovery</a:t>
            </a:r>
          </a:p>
          <a:p>
            <a:pPr marL="342900" indent="-342900">
              <a:lnSpc>
                <a:spcPct val="114000"/>
              </a:lnSpc>
              <a:buFont typeface="Wingdings" panose="05000000000000000000" pitchFamily="2" charset="2"/>
              <a:buChar char="ü"/>
            </a:pPr>
            <a:r>
              <a:rPr lang="en-US" sz="2000" dirty="0">
                <a:latin typeface="Bookman Old Style" panose="02050604050505020204" pitchFamily="18" charset="0"/>
              </a:rPr>
              <a:t>Must track clients</a:t>
            </a:r>
            <a:endParaRPr lang="en-US" sz="2000" b="1" dirty="0">
              <a:latin typeface="Bookman Old Style" panose="02050604050505020204" pitchFamily="18" charset="0"/>
            </a:endParaRPr>
          </a:p>
          <a:p>
            <a:pPr>
              <a:lnSpc>
                <a:spcPct val="114000"/>
              </a:lnSpc>
            </a:pPr>
            <a:endParaRPr lang="en-US" sz="2000" b="1" dirty="0">
              <a:latin typeface="Bookman Old Style" panose="02050604050505020204" pitchFamily="18" charset="0"/>
            </a:endParaRPr>
          </a:p>
          <a:p>
            <a:pPr marL="342900" indent="-342900">
              <a:lnSpc>
                <a:spcPct val="114000"/>
              </a:lnSpc>
              <a:buFont typeface="Wingdings" panose="05000000000000000000" pitchFamily="2" charset="2"/>
              <a:buChar char="µ"/>
            </a:pPr>
            <a:r>
              <a:rPr lang="en-US" sz="2000" b="1" dirty="0">
                <a:latin typeface="Bookman Old Style" panose="02050604050505020204" pitchFamily="18" charset="0"/>
              </a:rPr>
              <a:t>Stateless Server:</a:t>
            </a:r>
          </a:p>
          <a:p>
            <a:pPr>
              <a:lnSpc>
                <a:spcPct val="114000"/>
              </a:lnSpc>
            </a:pPr>
            <a:r>
              <a:rPr lang="en-US" sz="2000" dirty="0">
                <a:latin typeface="Bookman Old Style" panose="02050604050505020204" pitchFamily="18" charset="0"/>
              </a:rPr>
              <a:t>⇒ Does not keep state of clients</a:t>
            </a:r>
          </a:p>
          <a:p>
            <a:pPr>
              <a:lnSpc>
                <a:spcPct val="114000"/>
              </a:lnSpc>
            </a:pPr>
            <a:r>
              <a:rPr lang="en-US" sz="2000" dirty="0">
                <a:latin typeface="Bookman Old Style" panose="02050604050505020204" pitchFamily="18" charset="0"/>
              </a:rPr>
              <a:t>⇒ Can change own state without informing clients</a:t>
            </a:r>
          </a:p>
          <a:p>
            <a:pPr marL="342900" indent="-342900">
              <a:lnSpc>
                <a:spcPct val="114000"/>
              </a:lnSpc>
              <a:buFont typeface="Wingdings" panose="05000000000000000000" pitchFamily="2" charset="2"/>
              <a:buChar char="ü"/>
            </a:pPr>
            <a:r>
              <a:rPr lang="en-US" sz="2000" dirty="0">
                <a:latin typeface="Bookman Old Style" panose="02050604050505020204" pitchFamily="18" charset="0"/>
              </a:rPr>
              <a:t>Don’t need to worry about restoring client state after a crash.</a:t>
            </a:r>
          </a:p>
          <a:p>
            <a:pPr marL="342900" indent="-342900">
              <a:lnSpc>
                <a:spcPct val="114000"/>
              </a:lnSpc>
              <a:buFont typeface="Wingdings" panose="05000000000000000000" pitchFamily="2" charset="2"/>
              <a:buChar char="ü"/>
            </a:pPr>
            <a:r>
              <a:rPr lang="en-US" sz="2000" dirty="0">
                <a:latin typeface="Bookman Old Style" panose="02050604050505020204" pitchFamily="18" charset="0"/>
              </a:rPr>
              <a:t>Easy to replicate.</a:t>
            </a:r>
          </a:p>
          <a:p>
            <a:pPr marL="342900" indent="-342900">
              <a:lnSpc>
                <a:spcPct val="114000"/>
              </a:lnSpc>
              <a:buFont typeface="Wingdings" panose="05000000000000000000" pitchFamily="2" charset="2"/>
              <a:buChar char="ü"/>
            </a:pPr>
            <a:r>
              <a:rPr lang="en-US" sz="2000" dirty="0">
                <a:latin typeface="Bookman Old Style" panose="02050604050505020204" pitchFamily="18" charset="0"/>
              </a:rPr>
              <a:t>Requires more communication since clients have to resend their state information with every request.</a:t>
            </a:r>
          </a:p>
          <a:p>
            <a:pPr marL="342900" indent="-342900">
              <a:buFont typeface="Wingdings" panose="05000000000000000000" pitchFamily="2" charset="2"/>
              <a:buChar char="ü"/>
            </a:pPr>
            <a:endParaRPr lang="en-US" sz="2400" dirty="0">
              <a:latin typeface="Bookman Old Style" panose="02050604050505020204" pitchFamily="18" charset="0"/>
            </a:endParaRPr>
          </a:p>
        </p:txBody>
      </p:sp>
    </p:spTree>
    <p:extLst>
      <p:ext uri="{BB962C8B-B14F-4D97-AF65-F5344CB8AC3E}">
        <p14:creationId xmlns:p14="http://schemas.microsoft.com/office/powerpoint/2010/main" val="3441800146"/>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Clustered Servers</a:t>
            </a:r>
          </a:p>
        </p:txBody>
      </p:sp>
      <p:sp>
        <p:nvSpPr>
          <p:cNvPr id="117" name="Shape 117"/>
          <p:cNvSpPr txBox="1"/>
          <p:nvPr/>
        </p:nvSpPr>
        <p:spPr>
          <a:xfrm>
            <a:off x="542145" y="1127687"/>
            <a:ext cx="11248073" cy="5217695"/>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dirty="0">
                <a:solidFill>
                  <a:srgbClr val="0070C0"/>
                </a:solidFill>
                <a:latin typeface="Bookman Old Style" panose="02050604050505020204" pitchFamily="18" charset="0"/>
              </a:rPr>
              <a:t>A server in client-server is not a single machine but a collection of machines that act as a </a:t>
            </a:r>
            <a:r>
              <a:rPr lang="en-US" sz="2000" b="1" dirty="0">
                <a:solidFill>
                  <a:srgbClr val="0070C0"/>
                </a:solidFill>
                <a:latin typeface="Bookman Old Style" panose="02050604050505020204" pitchFamily="18" charset="0"/>
              </a:rPr>
              <a:t>clustered server</a:t>
            </a:r>
            <a:r>
              <a:rPr lang="en-US" sz="2000" dirty="0">
                <a:solidFill>
                  <a:srgbClr val="0070C0"/>
                </a:solidFill>
                <a:latin typeface="Bookman Old Style" panose="02050604050505020204" pitchFamily="18" charset="0"/>
              </a:rPr>
              <a:t>.</a:t>
            </a: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Machines (and processes) in a cluster are assigned dedicated roles including </a:t>
            </a:r>
            <a:r>
              <a:rPr lang="en-US" sz="2000" b="1" dirty="0">
                <a:solidFill>
                  <a:schemeClr val="tx1"/>
                </a:solidFill>
                <a:latin typeface="Bookman Old Style" panose="02050604050505020204" pitchFamily="18" charset="0"/>
              </a:rPr>
              <a:t>a logical switch,</a:t>
            </a:r>
            <a:r>
              <a:rPr lang="en-US" sz="2000" dirty="0">
                <a:solidFill>
                  <a:schemeClr val="tx1"/>
                </a:solidFill>
                <a:latin typeface="Bookman Old Style" panose="02050604050505020204" pitchFamily="18" charset="0"/>
              </a:rPr>
              <a:t> compute (or application logic) servers, and file or database servers.</a:t>
            </a:r>
          </a:p>
        </p:txBody>
      </p:sp>
      <p:pic>
        <p:nvPicPr>
          <p:cNvPr id="3" name="Picture 2">
            <a:extLst>
              <a:ext uri="{FF2B5EF4-FFF2-40B4-BE49-F238E27FC236}">
                <a16:creationId xmlns:a16="http://schemas.microsoft.com/office/drawing/2014/main" id="{E3FC4DA2-CBD5-7FC5-78E3-821940E4C4B0}"/>
              </a:ext>
            </a:extLst>
          </p:cNvPr>
          <p:cNvPicPr>
            <a:picLocks noChangeAspect="1"/>
          </p:cNvPicPr>
          <p:nvPr/>
        </p:nvPicPr>
        <p:blipFill>
          <a:blip r:embed="rId3"/>
          <a:stretch>
            <a:fillRect/>
          </a:stretch>
        </p:blipFill>
        <p:spPr>
          <a:xfrm>
            <a:off x="2515143" y="3113376"/>
            <a:ext cx="6923266" cy="3079606"/>
          </a:xfrm>
          <a:prstGeom prst="rect">
            <a:avLst/>
          </a:prstGeom>
        </p:spPr>
      </p:pic>
    </p:spTree>
    <p:extLst>
      <p:ext uri="{BB962C8B-B14F-4D97-AF65-F5344CB8AC3E}">
        <p14:creationId xmlns:p14="http://schemas.microsoft.com/office/powerpoint/2010/main" val="1514789160"/>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Request Switching</a:t>
            </a:r>
          </a:p>
        </p:txBody>
      </p:sp>
      <p:sp>
        <p:nvSpPr>
          <p:cNvPr id="117" name="Shape 117"/>
          <p:cNvSpPr txBox="1"/>
          <p:nvPr/>
        </p:nvSpPr>
        <p:spPr>
          <a:xfrm>
            <a:off x="542144" y="1091592"/>
            <a:ext cx="7867565" cy="5217695"/>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dirty="0">
                <a:solidFill>
                  <a:srgbClr val="0070C0"/>
                </a:solidFill>
                <a:latin typeface="Bookman Old Style" panose="02050604050505020204" pitchFamily="18" charset="0"/>
              </a:rPr>
              <a:t>The role of the switch is to receive client requests and route them to appropriate servers in the cluster.</a:t>
            </a:r>
          </a:p>
          <a:p>
            <a:pPr marL="342900" indent="-342900">
              <a:lnSpc>
                <a:spcPct val="150000"/>
              </a:lnSpc>
              <a:buFont typeface="Wingdings" panose="05000000000000000000" pitchFamily="2" charset="2"/>
              <a:buChar char="§"/>
            </a:pPr>
            <a:r>
              <a:rPr lang="en-US" sz="2000" b="1" dirty="0">
                <a:solidFill>
                  <a:schemeClr val="tx1"/>
                </a:solidFill>
                <a:latin typeface="Bookman Old Style" panose="02050604050505020204" pitchFamily="18" charset="0"/>
              </a:rPr>
              <a:t>Transport-layer switch</a:t>
            </a:r>
            <a:r>
              <a:rPr lang="en-US" sz="2000" dirty="0">
                <a:solidFill>
                  <a:schemeClr val="tx1"/>
                </a:solidFill>
                <a:latin typeface="Bookman Old Style" panose="02050604050505020204" pitchFamily="18" charset="0"/>
              </a:rPr>
              <a:t>, reroutes TCP connections to other servers. Decision regarding which server to route the request depends on system load.</a:t>
            </a:r>
          </a:p>
          <a:p>
            <a:pPr marL="342900" indent="-342900">
              <a:lnSpc>
                <a:spcPct val="150000"/>
              </a:lnSpc>
              <a:buFont typeface="Wingdings" panose="05000000000000000000" pitchFamily="2" charset="2"/>
              <a:buChar char="§"/>
            </a:pPr>
            <a:r>
              <a:rPr lang="en-US" sz="2000" b="1" dirty="0">
                <a:solidFill>
                  <a:schemeClr val="tx1"/>
                </a:solidFill>
                <a:latin typeface="Bookman Old Style" panose="02050604050505020204" pitchFamily="18" charset="0"/>
              </a:rPr>
              <a:t>Application layer switch: </a:t>
            </a:r>
            <a:r>
              <a:rPr lang="en-US" sz="1800" dirty="0">
                <a:solidFill>
                  <a:schemeClr val="tx1"/>
                </a:solidFill>
                <a:latin typeface="Bookman Old Style" panose="02050604050505020204" pitchFamily="18" charset="0"/>
              </a:rPr>
              <a:t>Analyze requests and forward to appropriate server</a:t>
            </a:r>
          </a:p>
          <a:p>
            <a:pPr>
              <a:lnSpc>
                <a:spcPct val="150000"/>
              </a:lnSpc>
            </a:pPr>
            <a:r>
              <a:rPr lang="en-US" sz="1800" dirty="0">
                <a:solidFill>
                  <a:schemeClr val="tx1"/>
                </a:solidFill>
                <a:latin typeface="Bookman Old Style" panose="02050604050505020204" pitchFamily="18" charset="0"/>
              </a:rPr>
              <a:t>	⇒ For example, HTTP requests for HTML files could be 	routed to one set of servers, while requests for images could 	be served by other servers.</a:t>
            </a:r>
          </a:p>
          <a:p>
            <a:pPr marL="342900" indent="-342900">
              <a:lnSpc>
                <a:spcPct val="150000"/>
              </a:lnSpc>
              <a:buFont typeface="Wingdings" panose="05000000000000000000" pitchFamily="2" charset="2"/>
              <a:buChar char="§"/>
            </a:pPr>
            <a:r>
              <a:rPr lang="en-US" sz="2000" b="1" dirty="0">
                <a:solidFill>
                  <a:schemeClr val="tx1"/>
                </a:solidFill>
                <a:latin typeface="Bookman Old Style" panose="02050604050505020204" pitchFamily="18" charset="0"/>
              </a:rPr>
              <a:t>DNS server act as a switch </a:t>
            </a:r>
            <a:r>
              <a:rPr lang="en-US" sz="2000" dirty="0">
                <a:solidFill>
                  <a:schemeClr val="tx1"/>
                </a:solidFill>
                <a:latin typeface="Bookman Old Style" panose="02050604050505020204" pitchFamily="18" charset="0"/>
              </a:rPr>
              <a:t>by returning different IP addresses for a single host name using round-robin algo.</a:t>
            </a:r>
          </a:p>
        </p:txBody>
      </p:sp>
      <p:pic>
        <p:nvPicPr>
          <p:cNvPr id="4" name="Picture 3">
            <a:extLst>
              <a:ext uri="{FF2B5EF4-FFF2-40B4-BE49-F238E27FC236}">
                <a16:creationId xmlns:a16="http://schemas.microsoft.com/office/drawing/2014/main" id="{F801D0B9-F94A-3E3F-4C5B-4FB8D2BD17F0}"/>
              </a:ext>
            </a:extLst>
          </p:cNvPr>
          <p:cNvPicPr>
            <a:picLocks noChangeAspect="1"/>
          </p:cNvPicPr>
          <p:nvPr/>
        </p:nvPicPr>
        <p:blipFill>
          <a:blip r:embed="rId3"/>
          <a:stretch>
            <a:fillRect/>
          </a:stretch>
        </p:blipFill>
        <p:spPr>
          <a:xfrm>
            <a:off x="8104910" y="1305114"/>
            <a:ext cx="3920835" cy="2530916"/>
          </a:xfrm>
          <a:prstGeom prst="rect">
            <a:avLst/>
          </a:prstGeom>
        </p:spPr>
      </p:pic>
      <p:sp>
        <p:nvSpPr>
          <p:cNvPr id="7" name="TextBox 6">
            <a:extLst>
              <a:ext uri="{FF2B5EF4-FFF2-40B4-BE49-F238E27FC236}">
                <a16:creationId xmlns:a16="http://schemas.microsoft.com/office/drawing/2014/main" id="{53B98641-A9B8-8A11-FDAE-91D94EFACF11}"/>
              </a:ext>
            </a:extLst>
          </p:cNvPr>
          <p:cNvSpPr txBox="1"/>
          <p:nvPr/>
        </p:nvSpPr>
        <p:spPr>
          <a:xfrm>
            <a:off x="8605490" y="3958375"/>
            <a:ext cx="2672354" cy="338554"/>
          </a:xfrm>
          <a:prstGeom prst="rect">
            <a:avLst/>
          </a:prstGeom>
          <a:solidFill>
            <a:schemeClr val="accent4"/>
          </a:solidFill>
        </p:spPr>
        <p:txBody>
          <a:bodyPr wrap="square">
            <a:spAutoFit/>
          </a:bodyPr>
          <a:lstStyle/>
          <a:p>
            <a:pPr algn="ctr"/>
            <a:r>
              <a:rPr lang="en-US" sz="1600" b="1" dirty="0">
                <a:latin typeface="Bookman Old Style" panose="02050604050505020204" pitchFamily="18" charset="0"/>
              </a:rPr>
              <a:t>Transport-layer Switch</a:t>
            </a:r>
          </a:p>
        </p:txBody>
      </p:sp>
    </p:spTree>
    <p:extLst>
      <p:ext uri="{BB962C8B-B14F-4D97-AF65-F5344CB8AC3E}">
        <p14:creationId xmlns:p14="http://schemas.microsoft.com/office/powerpoint/2010/main" val="748654347"/>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Virtualisation</a:t>
            </a:r>
          </a:p>
        </p:txBody>
      </p:sp>
      <p:sp>
        <p:nvSpPr>
          <p:cNvPr id="117" name="Shape 117"/>
          <p:cNvSpPr txBox="1"/>
          <p:nvPr/>
        </p:nvSpPr>
        <p:spPr>
          <a:xfrm>
            <a:off x="542145" y="1127687"/>
            <a:ext cx="6717637" cy="4746640"/>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In modern systems separate virtual machines are hosted on a </a:t>
            </a:r>
            <a:r>
              <a:rPr lang="en-US" sz="2000" b="1" dirty="0">
                <a:solidFill>
                  <a:schemeClr val="tx1"/>
                </a:solidFill>
                <a:latin typeface="Bookman Old Style" panose="02050604050505020204" pitchFamily="18" charset="0"/>
              </a:rPr>
              <a:t>single physical machine</a:t>
            </a:r>
            <a:r>
              <a:rPr lang="en-US" sz="2000" dirty="0">
                <a:solidFill>
                  <a:schemeClr val="tx1"/>
                </a:solidFill>
                <a:latin typeface="Bookman Old Style" panose="02050604050505020204" pitchFamily="18" charset="0"/>
              </a:rPr>
              <a:t>. </a:t>
            </a: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This allows consolidation of many servers on a single machine, while providing isolation between them. </a:t>
            </a: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Since virtual machines can be stopped, migrated, and restarted, virtualisation provides a good basis for </a:t>
            </a:r>
            <a:r>
              <a:rPr lang="en-US" sz="2000" b="1" dirty="0">
                <a:solidFill>
                  <a:schemeClr val="tx1"/>
                </a:solidFill>
                <a:latin typeface="Bookman Old Style" panose="02050604050505020204" pitchFamily="18" charset="0"/>
              </a:rPr>
              <a:t>code mobility and load balancing.</a:t>
            </a:r>
          </a:p>
        </p:txBody>
      </p:sp>
      <p:pic>
        <p:nvPicPr>
          <p:cNvPr id="4" name="Picture 3">
            <a:extLst>
              <a:ext uri="{FF2B5EF4-FFF2-40B4-BE49-F238E27FC236}">
                <a16:creationId xmlns:a16="http://schemas.microsoft.com/office/drawing/2014/main" id="{E3C3948E-C6A1-0F1A-6428-FD620000EAA0}"/>
              </a:ext>
            </a:extLst>
          </p:cNvPr>
          <p:cNvPicPr>
            <a:picLocks noChangeAspect="1"/>
          </p:cNvPicPr>
          <p:nvPr/>
        </p:nvPicPr>
        <p:blipFill>
          <a:blip r:embed="rId3"/>
          <a:stretch>
            <a:fillRect/>
          </a:stretch>
        </p:blipFill>
        <p:spPr>
          <a:xfrm>
            <a:off x="7655935" y="1472694"/>
            <a:ext cx="4132465" cy="3912611"/>
          </a:xfrm>
          <a:prstGeom prst="rect">
            <a:avLst/>
          </a:prstGeom>
        </p:spPr>
      </p:pic>
    </p:spTree>
    <p:extLst>
      <p:ext uri="{BB962C8B-B14F-4D97-AF65-F5344CB8AC3E}">
        <p14:creationId xmlns:p14="http://schemas.microsoft.com/office/powerpoint/2010/main" val="2617665967"/>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Code Mobility</a:t>
            </a:r>
          </a:p>
        </p:txBody>
      </p:sp>
      <p:sp>
        <p:nvSpPr>
          <p:cNvPr id="117" name="Shape 117"/>
          <p:cNvSpPr txBox="1"/>
          <p:nvPr/>
        </p:nvSpPr>
        <p:spPr>
          <a:xfrm>
            <a:off x="542145" y="1127687"/>
            <a:ext cx="10319819" cy="2973258"/>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dirty="0">
                <a:solidFill>
                  <a:srgbClr val="FF0000"/>
                </a:solidFill>
                <a:latin typeface="Bookman Old Style" panose="02050604050505020204" pitchFamily="18" charset="0"/>
              </a:rPr>
              <a:t>Why move code?</a:t>
            </a:r>
          </a:p>
          <a:p>
            <a:pPr>
              <a:lnSpc>
                <a:spcPct val="150000"/>
              </a:lnSpc>
            </a:pPr>
            <a:r>
              <a:rPr lang="en-US" sz="2000" dirty="0">
                <a:solidFill>
                  <a:schemeClr val="tx1"/>
                </a:solidFill>
                <a:latin typeface="Bookman Old Style" panose="02050604050505020204" pitchFamily="18" charset="0"/>
              </a:rPr>
              <a:t>	⇒ Optimise computation (load balancing)</a:t>
            </a:r>
          </a:p>
          <a:p>
            <a:pPr>
              <a:lnSpc>
                <a:spcPct val="150000"/>
              </a:lnSpc>
            </a:pPr>
            <a:r>
              <a:rPr lang="en-US" sz="2000" dirty="0">
                <a:solidFill>
                  <a:schemeClr val="tx1"/>
                </a:solidFill>
                <a:latin typeface="Bookman Old Style" panose="02050604050505020204" pitchFamily="18" charset="0"/>
              </a:rPr>
              <a:t>	⇒ Optimise communication</a:t>
            </a:r>
          </a:p>
          <a:p>
            <a:pPr marL="342900" indent="-342900">
              <a:lnSpc>
                <a:spcPct val="150000"/>
              </a:lnSpc>
              <a:buFont typeface="Wingdings" panose="05000000000000000000" pitchFamily="2" charset="2"/>
              <a:buChar char="§"/>
            </a:pPr>
            <a:r>
              <a:rPr lang="en-US" sz="2000" b="1" dirty="0">
                <a:solidFill>
                  <a:srgbClr val="00B050"/>
                </a:solidFill>
                <a:latin typeface="Bookman Old Style" panose="02050604050505020204" pitchFamily="18" charset="0"/>
              </a:rPr>
              <a:t>Two types of code mobility: </a:t>
            </a:r>
            <a:r>
              <a:rPr lang="en-US" sz="2000" dirty="0">
                <a:solidFill>
                  <a:schemeClr val="tx1"/>
                </a:solidFill>
                <a:latin typeface="Bookman Old Style" panose="02050604050505020204" pitchFamily="18" charset="0"/>
              </a:rPr>
              <a:t>weak mobility and strong mobility.</a:t>
            </a:r>
          </a:p>
          <a:p>
            <a:pPr>
              <a:lnSpc>
                <a:spcPct val="150000"/>
              </a:lnSpc>
            </a:pPr>
            <a:r>
              <a:rPr lang="en-US" sz="2000" b="1" dirty="0">
                <a:solidFill>
                  <a:schemeClr val="tx1"/>
                </a:solidFill>
                <a:latin typeface="Bookman Old Style" panose="02050604050505020204" pitchFamily="18" charset="0"/>
              </a:rPr>
              <a:t>	⇒ Weak mobility </a:t>
            </a:r>
            <a:r>
              <a:rPr lang="en-US" sz="2000" dirty="0">
                <a:solidFill>
                  <a:schemeClr val="tx1"/>
                </a:solidFill>
                <a:latin typeface="Bookman Old Style" panose="02050604050505020204" pitchFamily="18" charset="0"/>
              </a:rPr>
              <a:t>transfer only code</a:t>
            </a:r>
          </a:p>
          <a:p>
            <a:pPr>
              <a:lnSpc>
                <a:spcPct val="150000"/>
              </a:lnSpc>
            </a:pPr>
            <a:r>
              <a:rPr lang="en-US" sz="2000" b="1" dirty="0">
                <a:solidFill>
                  <a:schemeClr val="tx1"/>
                </a:solidFill>
                <a:latin typeface="Bookman Old Style" panose="02050604050505020204" pitchFamily="18" charset="0"/>
              </a:rPr>
              <a:t>	⇒ Strong mobility </a:t>
            </a:r>
            <a:r>
              <a:rPr lang="en-US" sz="2000" dirty="0">
                <a:solidFill>
                  <a:schemeClr val="tx1"/>
                </a:solidFill>
                <a:latin typeface="Bookman Old Style" panose="02050604050505020204" pitchFamily="18" charset="0"/>
              </a:rPr>
              <a:t>transfer code and execution segment</a:t>
            </a:r>
          </a:p>
        </p:txBody>
      </p:sp>
    </p:spTree>
    <p:extLst>
      <p:ext uri="{BB962C8B-B14F-4D97-AF65-F5344CB8AC3E}">
        <p14:creationId xmlns:p14="http://schemas.microsoft.com/office/powerpoint/2010/main" val="3892547001"/>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4391890" y="4059382"/>
            <a:ext cx="7232073" cy="1641554"/>
          </a:xfrm>
          <a:prstGeom prst="rect">
            <a:avLst/>
          </a:prstGeom>
          <a:noFill/>
          <a:ln>
            <a:noFill/>
          </a:ln>
        </p:spPr>
        <p:txBody>
          <a:bodyPr lIns="91425" tIns="45700" rIns="91425" bIns="45700" anchor="b" anchorCtr="0">
            <a:noAutofit/>
          </a:bodyPr>
          <a:lstStyle/>
          <a:p>
            <a:pPr algn="r">
              <a:buSzPct val="25000"/>
            </a:pPr>
            <a:r>
              <a:rPr lang="en-GB" sz="4800" dirty="0"/>
              <a:t>Communication in Distributed System</a:t>
            </a:r>
          </a:p>
        </p:txBody>
      </p:sp>
    </p:spTree>
    <p:extLst>
      <p:ext uri="{BB962C8B-B14F-4D97-AF65-F5344CB8AC3E}">
        <p14:creationId xmlns:p14="http://schemas.microsoft.com/office/powerpoint/2010/main" val="3762301538"/>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Communication in Distributed System</a:t>
            </a:r>
          </a:p>
        </p:txBody>
      </p:sp>
      <p:sp>
        <p:nvSpPr>
          <p:cNvPr id="117" name="Shape 117"/>
          <p:cNvSpPr txBox="1"/>
          <p:nvPr/>
        </p:nvSpPr>
        <p:spPr>
          <a:xfrm>
            <a:off x="542145" y="1127686"/>
            <a:ext cx="10319819" cy="4317149"/>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Previous slides assumed a </a:t>
            </a:r>
            <a:r>
              <a:rPr lang="en-US" sz="2000" b="1" dirty="0">
                <a:solidFill>
                  <a:schemeClr val="tx1"/>
                </a:solidFill>
                <a:latin typeface="Bookman Old Style" panose="02050604050505020204" pitchFamily="18" charset="0"/>
              </a:rPr>
              <a:t>uniprocessor </a:t>
            </a:r>
            <a:r>
              <a:rPr lang="en-US" sz="2000" dirty="0">
                <a:solidFill>
                  <a:schemeClr val="tx1"/>
                </a:solidFill>
                <a:latin typeface="Bookman Old Style" panose="02050604050505020204" pitchFamily="18" charset="0"/>
              </a:rPr>
              <a:t>or a </a:t>
            </a:r>
            <a:r>
              <a:rPr lang="en-US" sz="2000" b="1" dirty="0">
                <a:solidFill>
                  <a:schemeClr val="tx1"/>
                </a:solidFill>
                <a:latin typeface="Bookman Old Style" panose="02050604050505020204" pitchFamily="18" charset="0"/>
              </a:rPr>
              <a:t>multiprocessor</a:t>
            </a:r>
            <a:r>
              <a:rPr lang="en-US" sz="2000" dirty="0">
                <a:solidFill>
                  <a:schemeClr val="tx1"/>
                </a:solidFill>
                <a:latin typeface="Bookman Old Style" panose="02050604050505020204" pitchFamily="18" charset="0"/>
              </a:rPr>
              <a:t>.</a:t>
            </a: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In a distributed system (multicomputer) things change:</a:t>
            </a:r>
          </a:p>
          <a:p>
            <a:pPr marL="342900" indent="-342900">
              <a:lnSpc>
                <a:spcPct val="150000"/>
              </a:lnSpc>
              <a:buFont typeface="Wingdings" panose="05000000000000000000" pitchFamily="2" charset="2"/>
              <a:buChar char="§"/>
            </a:pPr>
            <a:r>
              <a:rPr lang="en-US" sz="2000" b="1" dirty="0">
                <a:solidFill>
                  <a:schemeClr val="tx1"/>
                </a:solidFill>
                <a:latin typeface="Bookman Old Style" panose="02050604050505020204" pitchFamily="18" charset="0"/>
              </a:rPr>
              <a:t>Shared Memory:</a:t>
            </a:r>
          </a:p>
          <a:p>
            <a:pPr>
              <a:lnSpc>
                <a:spcPct val="150000"/>
              </a:lnSpc>
            </a:pPr>
            <a:r>
              <a:rPr lang="en-US" sz="2000" dirty="0">
                <a:solidFill>
                  <a:schemeClr val="tx1"/>
                </a:solidFill>
                <a:latin typeface="Bookman Old Style" panose="02050604050505020204" pitchFamily="18" charset="0"/>
              </a:rPr>
              <a:t>	⇒ There is no way to physically share memory</a:t>
            </a:r>
          </a:p>
          <a:p>
            <a:pPr marL="342900" indent="-342900">
              <a:lnSpc>
                <a:spcPct val="150000"/>
              </a:lnSpc>
              <a:buFont typeface="Wingdings" panose="05000000000000000000" pitchFamily="2" charset="2"/>
              <a:buChar char="§"/>
            </a:pPr>
            <a:r>
              <a:rPr lang="en-US" sz="2000" b="1" dirty="0">
                <a:solidFill>
                  <a:schemeClr val="tx1"/>
                </a:solidFill>
                <a:latin typeface="Bookman Old Style" panose="02050604050505020204" pitchFamily="18" charset="0"/>
              </a:rPr>
              <a:t>Message Passing:</a:t>
            </a:r>
          </a:p>
          <a:p>
            <a:pPr>
              <a:lnSpc>
                <a:spcPct val="150000"/>
              </a:lnSpc>
            </a:pPr>
            <a:r>
              <a:rPr lang="en-US" sz="2000" dirty="0">
                <a:solidFill>
                  <a:schemeClr val="tx1"/>
                </a:solidFill>
                <a:latin typeface="Bookman Old Style" panose="02050604050505020204" pitchFamily="18" charset="0"/>
              </a:rPr>
              <a:t>	⇒ Over the network</a:t>
            </a:r>
          </a:p>
          <a:p>
            <a:pPr>
              <a:lnSpc>
                <a:spcPct val="150000"/>
              </a:lnSpc>
            </a:pPr>
            <a:r>
              <a:rPr lang="en-US" sz="2000" dirty="0">
                <a:solidFill>
                  <a:schemeClr val="tx1"/>
                </a:solidFill>
                <a:latin typeface="Bookman Old Style" panose="02050604050505020204" pitchFamily="18" charset="0"/>
              </a:rPr>
              <a:t>	⇒ Introduces latencies</a:t>
            </a:r>
          </a:p>
          <a:p>
            <a:pPr>
              <a:lnSpc>
                <a:spcPct val="150000"/>
              </a:lnSpc>
            </a:pPr>
            <a:r>
              <a:rPr lang="en-US" sz="2000" dirty="0">
                <a:solidFill>
                  <a:schemeClr val="tx1"/>
                </a:solidFill>
                <a:latin typeface="Bookman Old Style" panose="02050604050505020204" pitchFamily="18" charset="0"/>
              </a:rPr>
              <a:t>	⇒ Introduces higher chances of failure</a:t>
            </a:r>
          </a:p>
          <a:p>
            <a:pPr>
              <a:lnSpc>
                <a:spcPct val="150000"/>
              </a:lnSpc>
            </a:pPr>
            <a:r>
              <a:rPr lang="en-US" sz="2000" dirty="0">
                <a:solidFill>
                  <a:schemeClr val="tx1"/>
                </a:solidFill>
                <a:latin typeface="Bookman Old Style" panose="02050604050505020204" pitchFamily="18" charset="0"/>
              </a:rPr>
              <a:t>	⇒ Heterogeneity introduces possible incompatibilities</a:t>
            </a:r>
          </a:p>
        </p:txBody>
      </p:sp>
    </p:spTree>
    <p:extLst>
      <p:ext uri="{BB962C8B-B14F-4D97-AF65-F5344CB8AC3E}">
        <p14:creationId xmlns:p14="http://schemas.microsoft.com/office/powerpoint/2010/main" val="3102572688"/>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Message Passing in Distributed System</a:t>
            </a:r>
          </a:p>
        </p:txBody>
      </p:sp>
      <p:sp>
        <p:nvSpPr>
          <p:cNvPr id="117" name="Shape 117"/>
          <p:cNvSpPr txBox="1"/>
          <p:nvPr/>
        </p:nvSpPr>
        <p:spPr>
          <a:xfrm>
            <a:off x="542145" y="1127686"/>
            <a:ext cx="10832437" cy="5120714"/>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b="1" dirty="0">
                <a:solidFill>
                  <a:schemeClr val="tx1"/>
                </a:solidFill>
                <a:latin typeface="Bookman Old Style" panose="02050604050505020204" pitchFamily="18" charset="0"/>
              </a:rPr>
              <a:t>Basics: </a:t>
            </a:r>
            <a:r>
              <a:rPr lang="en-US" sz="2000" dirty="0">
                <a:solidFill>
                  <a:schemeClr val="tx1"/>
                </a:solidFill>
                <a:latin typeface="Bookman Old Style" panose="02050604050505020204" pitchFamily="18" charset="0"/>
              </a:rPr>
              <a:t>Message passing involves two operations</a:t>
            </a:r>
          </a:p>
          <a:p>
            <a:pPr>
              <a:lnSpc>
                <a:spcPct val="150000"/>
              </a:lnSpc>
            </a:pPr>
            <a:r>
              <a:rPr lang="en-US" sz="2000" dirty="0">
                <a:solidFill>
                  <a:schemeClr val="tx1"/>
                </a:solidFill>
                <a:latin typeface="Bookman Old Style" panose="02050604050505020204" pitchFamily="18" charset="0"/>
              </a:rPr>
              <a:t>	⇒ send()</a:t>
            </a:r>
          </a:p>
          <a:p>
            <a:pPr>
              <a:lnSpc>
                <a:spcPct val="150000"/>
              </a:lnSpc>
            </a:pPr>
            <a:r>
              <a:rPr lang="en-US" sz="2000" dirty="0">
                <a:solidFill>
                  <a:schemeClr val="tx1"/>
                </a:solidFill>
                <a:latin typeface="Bookman Old Style" panose="02050604050505020204" pitchFamily="18" charset="0"/>
              </a:rPr>
              <a:t>	⇒ receive()</a:t>
            </a:r>
          </a:p>
          <a:p>
            <a:pPr marL="342900" indent="-342900">
              <a:lnSpc>
                <a:spcPct val="150000"/>
              </a:lnSpc>
              <a:buFont typeface="Wingdings" panose="05000000000000000000" pitchFamily="2" charset="2"/>
              <a:buChar char="§"/>
            </a:pPr>
            <a:r>
              <a:rPr lang="en-US" sz="2000" dirty="0">
                <a:solidFill>
                  <a:srgbClr val="00B050"/>
                </a:solidFill>
                <a:latin typeface="Bookman Old Style" panose="02050604050505020204" pitchFamily="18" charset="0"/>
              </a:rPr>
              <a:t>There are a number of important issues to consider when dealing with processes that communicate using message passing. These variations are:</a:t>
            </a:r>
          </a:p>
          <a:p>
            <a:pPr>
              <a:lnSpc>
                <a:spcPct val="150000"/>
              </a:lnSpc>
            </a:pPr>
            <a:r>
              <a:rPr lang="en-US" sz="2000" dirty="0">
                <a:solidFill>
                  <a:schemeClr val="tx1"/>
                </a:solidFill>
                <a:latin typeface="Bookman Old Style" panose="02050604050505020204" pitchFamily="18" charset="0"/>
              </a:rPr>
              <a:t>	⇒ Connection oriented vs Connectionless</a:t>
            </a:r>
          </a:p>
          <a:p>
            <a:pPr>
              <a:lnSpc>
                <a:spcPct val="150000"/>
              </a:lnSpc>
            </a:pPr>
            <a:r>
              <a:rPr lang="en-US" sz="2000" dirty="0">
                <a:solidFill>
                  <a:schemeClr val="tx1"/>
                </a:solidFill>
                <a:latin typeface="Bookman Old Style" panose="02050604050505020204" pitchFamily="18" charset="0"/>
              </a:rPr>
              <a:t>	⇒ Point-to-point vs Group</a:t>
            </a:r>
          </a:p>
          <a:p>
            <a:pPr>
              <a:lnSpc>
                <a:spcPct val="150000"/>
              </a:lnSpc>
            </a:pPr>
            <a:r>
              <a:rPr lang="en-US" sz="2000" dirty="0">
                <a:solidFill>
                  <a:schemeClr val="tx1"/>
                </a:solidFill>
                <a:latin typeface="Bookman Old Style" panose="02050604050505020204" pitchFamily="18" charset="0"/>
              </a:rPr>
              <a:t>	⇒ Synchronous vs Asynchronous</a:t>
            </a:r>
          </a:p>
          <a:p>
            <a:pPr>
              <a:lnSpc>
                <a:spcPct val="150000"/>
              </a:lnSpc>
            </a:pPr>
            <a:r>
              <a:rPr lang="en-US" sz="2000" dirty="0">
                <a:solidFill>
                  <a:schemeClr val="tx1"/>
                </a:solidFill>
                <a:latin typeface="Bookman Old Style" panose="02050604050505020204" pitchFamily="18" charset="0"/>
              </a:rPr>
              <a:t>	⇒ Buffered vs Unbuffered</a:t>
            </a:r>
          </a:p>
          <a:p>
            <a:pPr>
              <a:lnSpc>
                <a:spcPct val="150000"/>
              </a:lnSpc>
            </a:pPr>
            <a:r>
              <a:rPr lang="en-US" sz="2000" dirty="0">
                <a:solidFill>
                  <a:schemeClr val="tx1"/>
                </a:solidFill>
                <a:latin typeface="Bookman Old Style" panose="02050604050505020204" pitchFamily="18" charset="0"/>
              </a:rPr>
              <a:t>	⇒ Reliable vs Unreliable</a:t>
            </a:r>
          </a:p>
          <a:p>
            <a:pPr>
              <a:lnSpc>
                <a:spcPct val="150000"/>
              </a:lnSpc>
            </a:pPr>
            <a:r>
              <a:rPr lang="en-US" sz="2000" dirty="0">
                <a:solidFill>
                  <a:schemeClr val="tx1"/>
                </a:solidFill>
                <a:latin typeface="Bookman Old Style" panose="02050604050505020204" pitchFamily="18" charset="0"/>
              </a:rPr>
              <a:t>	⇒ Message ordering guarantees</a:t>
            </a:r>
          </a:p>
        </p:txBody>
      </p:sp>
    </p:spTree>
    <p:extLst>
      <p:ext uri="{BB962C8B-B14F-4D97-AF65-F5344CB8AC3E}">
        <p14:creationId xmlns:p14="http://schemas.microsoft.com/office/powerpoint/2010/main" val="3914252135"/>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Communication Modes</a:t>
            </a:r>
          </a:p>
        </p:txBody>
      </p:sp>
      <p:sp>
        <p:nvSpPr>
          <p:cNvPr id="117" name="Shape 117"/>
          <p:cNvSpPr txBox="1"/>
          <p:nvPr/>
        </p:nvSpPr>
        <p:spPr>
          <a:xfrm>
            <a:off x="542145" y="1127686"/>
            <a:ext cx="11400473" cy="3943078"/>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b="1" dirty="0">
                <a:solidFill>
                  <a:schemeClr val="tx1"/>
                </a:solidFill>
                <a:latin typeface="Bookman Old Style" panose="02050604050505020204" pitchFamily="18" charset="0"/>
              </a:rPr>
              <a:t>Data-Oriented vs Control-Oriented Communication:</a:t>
            </a:r>
          </a:p>
          <a:p>
            <a:pPr marL="342900" indent="-342900">
              <a:lnSpc>
                <a:spcPct val="150000"/>
              </a:lnSpc>
              <a:buFont typeface="Wingdings" panose="05000000000000000000" pitchFamily="2" charset="2"/>
              <a:buChar char="§"/>
            </a:pPr>
            <a:r>
              <a:rPr lang="en-US" sz="2000" b="1" dirty="0">
                <a:solidFill>
                  <a:srgbClr val="00B050"/>
                </a:solidFill>
                <a:latin typeface="Bookman Old Style" panose="02050604050505020204" pitchFamily="18" charset="0"/>
              </a:rPr>
              <a:t>Data-oriented communication</a:t>
            </a:r>
          </a:p>
          <a:p>
            <a:pPr>
              <a:lnSpc>
                <a:spcPct val="150000"/>
              </a:lnSpc>
            </a:pPr>
            <a:r>
              <a:rPr lang="en-US" sz="2000" dirty="0">
                <a:solidFill>
                  <a:schemeClr val="tx1"/>
                </a:solidFill>
                <a:latin typeface="Bookman Old Style" panose="02050604050505020204" pitchFamily="18" charset="0"/>
              </a:rPr>
              <a:t>	⇒ Facilitates data exchange between threads</a:t>
            </a:r>
          </a:p>
          <a:p>
            <a:pPr>
              <a:lnSpc>
                <a:spcPct val="150000"/>
              </a:lnSpc>
            </a:pPr>
            <a:r>
              <a:rPr lang="en-US" sz="2000" dirty="0">
                <a:solidFill>
                  <a:schemeClr val="tx1"/>
                </a:solidFill>
                <a:latin typeface="Bookman Old Style" panose="02050604050505020204" pitchFamily="18" charset="0"/>
              </a:rPr>
              <a:t>	⇒ Shared address space, shared memory &amp; message passing</a:t>
            </a:r>
          </a:p>
          <a:p>
            <a:pPr marL="342900" indent="-342900">
              <a:lnSpc>
                <a:spcPct val="150000"/>
              </a:lnSpc>
              <a:buFont typeface="Wingdings" panose="05000000000000000000" pitchFamily="2" charset="2"/>
              <a:buChar char="§"/>
            </a:pPr>
            <a:endParaRPr lang="en-US" sz="2000" b="1" dirty="0">
              <a:solidFill>
                <a:schemeClr val="tx1"/>
              </a:solidFill>
              <a:latin typeface="Bookman Old Style" panose="02050604050505020204" pitchFamily="18" charset="0"/>
            </a:endParaRPr>
          </a:p>
          <a:p>
            <a:pPr marL="342900" indent="-342900">
              <a:lnSpc>
                <a:spcPct val="150000"/>
              </a:lnSpc>
              <a:buFont typeface="Wingdings" panose="05000000000000000000" pitchFamily="2" charset="2"/>
              <a:buChar char="§"/>
            </a:pPr>
            <a:r>
              <a:rPr lang="en-US" sz="2000" b="1" dirty="0">
                <a:solidFill>
                  <a:srgbClr val="00B050"/>
                </a:solidFill>
                <a:latin typeface="Bookman Old Style" panose="02050604050505020204" pitchFamily="18" charset="0"/>
              </a:rPr>
              <a:t>Control-oriented communication</a:t>
            </a:r>
          </a:p>
          <a:p>
            <a:pPr>
              <a:lnSpc>
                <a:spcPct val="150000"/>
              </a:lnSpc>
            </a:pPr>
            <a:r>
              <a:rPr lang="en-US" sz="2000" dirty="0">
                <a:solidFill>
                  <a:schemeClr val="tx1"/>
                </a:solidFill>
                <a:latin typeface="Bookman Old Style" panose="02050604050505020204" pitchFamily="18" charset="0"/>
              </a:rPr>
              <a:t>	⇒ Associates a transfer of control with communication</a:t>
            </a:r>
          </a:p>
          <a:p>
            <a:pPr>
              <a:lnSpc>
                <a:spcPct val="150000"/>
              </a:lnSpc>
            </a:pPr>
            <a:r>
              <a:rPr lang="en-US" sz="2000" dirty="0">
                <a:solidFill>
                  <a:schemeClr val="tx1"/>
                </a:solidFill>
                <a:latin typeface="Bookman Old Style" panose="02050604050505020204" pitchFamily="18" charset="0"/>
              </a:rPr>
              <a:t>	⇒ Active messages, remote procedure call (RPC) &amp; remote method invocation 	(RMI)</a:t>
            </a:r>
          </a:p>
        </p:txBody>
      </p:sp>
    </p:spTree>
    <p:extLst>
      <p:ext uri="{BB962C8B-B14F-4D97-AF65-F5344CB8AC3E}">
        <p14:creationId xmlns:p14="http://schemas.microsoft.com/office/powerpoint/2010/main" val="813711836"/>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Communication Operation</a:t>
            </a:r>
          </a:p>
        </p:txBody>
      </p:sp>
      <p:sp>
        <p:nvSpPr>
          <p:cNvPr id="117" name="Shape 117"/>
          <p:cNvSpPr txBox="1"/>
          <p:nvPr/>
        </p:nvSpPr>
        <p:spPr>
          <a:xfrm>
            <a:off x="542145" y="1127687"/>
            <a:ext cx="11107710" cy="3943078"/>
          </a:xfrm>
          <a:prstGeom prst="rect">
            <a:avLst/>
          </a:prstGeom>
          <a:noFill/>
          <a:ln>
            <a:noFill/>
          </a:ln>
        </p:spPr>
        <p:txBody>
          <a:bodyPr lIns="91425" tIns="45700" rIns="91425" bIns="45700" anchor="t" anchorCtr="0">
            <a:noAutofit/>
          </a:bodyPr>
          <a:lstStyle/>
          <a:p>
            <a:pPr marL="342900" indent="-342900">
              <a:lnSpc>
                <a:spcPct val="114000"/>
              </a:lnSpc>
              <a:buFont typeface="Wingdings" panose="05000000000000000000" pitchFamily="2" charset="2"/>
              <a:buChar char="§"/>
            </a:pPr>
            <a:r>
              <a:rPr lang="en-US" sz="2000" b="1" dirty="0">
                <a:solidFill>
                  <a:schemeClr val="tx1"/>
                </a:solidFill>
                <a:latin typeface="Bookman Old Style" panose="02050604050505020204" pitchFamily="18" charset="0"/>
              </a:rPr>
              <a:t>Synchronous vs Asynchronous Communication:</a:t>
            </a:r>
          </a:p>
          <a:p>
            <a:pPr marL="342900" indent="-342900">
              <a:lnSpc>
                <a:spcPct val="114000"/>
              </a:lnSpc>
              <a:buFont typeface="Wingdings" panose="05000000000000000000" pitchFamily="2" charset="2"/>
              <a:buChar char="§"/>
            </a:pPr>
            <a:r>
              <a:rPr lang="en-US" sz="2000" b="1" dirty="0">
                <a:solidFill>
                  <a:srgbClr val="00B050"/>
                </a:solidFill>
                <a:latin typeface="Bookman Old Style" panose="02050604050505020204" pitchFamily="18" charset="0"/>
              </a:rPr>
              <a:t>Synchronous</a:t>
            </a:r>
          </a:p>
          <a:p>
            <a:pPr>
              <a:lnSpc>
                <a:spcPct val="114000"/>
              </a:lnSpc>
            </a:pPr>
            <a:r>
              <a:rPr lang="en-US" sz="2000" dirty="0">
                <a:solidFill>
                  <a:schemeClr val="tx1"/>
                </a:solidFill>
                <a:latin typeface="Bookman Old Style" panose="02050604050505020204" pitchFamily="18" charset="0"/>
              </a:rPr>
              <a:t>	⇒ Sender blocks until message received. Often sender blocked until 	message is processed and a reply received.</a:t>
            </a:r>
          </a:p>
          <a:p>
            <a:pPr>
              <a:lnSpc>
                <a:spcPct val="114000"/>
              </a:lnSpc>
            </a:pPr>
            <a:r>
              <a:rPr lang="en-US" sz="2000" dirty="0">
                <a:solidFill>
                  <a:schemeClr val="tx1"/>
                </a:solidFill>
                <a:latin typeface="Bookman Old Style" panose="02050604050505020204" pitchFamily="18" charset="0"/>
              </a:rPr>
              <a:t>	⇒ Sender and receiver must be active at the same time</a:t>
            </a:r>
          </a:p>
          <a:p>
            <a:pPr>
              <a:lnSpc>
                <a:spcPct val="114000"/>
              </a:lnSpc>
            </a:pPr>
            <a:r>
              <a:rPr lang="en-US" sz="2000" dirty="0">
                <a:solidFill>
                  <a:schemeClr val="tx1"/>
                </a:solidFill>
                <a:latin typeface="Bookman Old Style" panose="02050604050505020204" pitchFamily="18" charset="0"/>
              </a:rPr>
              <a:t>	⇒ Receiver waits for requests, processes them (ASAP), and returns reply</a:t>
            </a:r>
          </a:p>
          <a:p>
            <a:pPr>
              <a:lnSpc>
                <a:spcPct val="114000"/>
              </a:lnSpc>
            </a:pPr>
            <a:r>
              <a:rPr lang="en-US" sz="2000" dirty="0">
                <a:solidFill>
                  <a:schemeClr val="tx1"/>
                </a:solidFill>
                <a:latin typeface="Bookman Old Style" panose="02050604050505020204" pitchFamily="18" charset="0"/>
              </a:rPr>
              <a:t>	⇒ Client-Server generally uses synchronous communication</a:t>
            </a:r>
            <a:endParaRPr lang="en-US" sz="2000" b="1" dirty="0">
              <a:solidFill>
                <a:schemeClr val="tx1"/>
              </a:solidFill>
              <a:latin typeface="Bookman Old Style" panose="02050604050505020204" pitchFamily="18" charset="0"/>
            </a:endParaRPr>
          </a:p>
          <a:p>
            <a:pPr marL="342900" indent="-342900">
              <a:lnSpc>
                <a:spcPct val="114000"/>
              </a:lnSpc>
              <a:buFont typeface="Wingdings" panose="05000000000000000000" pitchFamily="2" charset="2"/>
              <a:buChar char="§"/>
            </a:pPr>
            <a:r>
              <a:rPr lang="en-US" sz="2000" b="1" dirty="0">
                <a:solidFill>
                  <a:srgbClr val="00B050"/>
                </a:solidFill>
                <a:latin typeface="Bookman Old Style" panose="02050604050505020204" pitchFamily="18" charset="0"/>
              </a:rPr>
              <a:t>Asynchronous</a:t>
            </a:r>
          </a:p>
          <a:p>
            <a:pPr>
              <a:lnSpc>
                <a:spcPct val="114000"/>
              </a:lnSpc>
            </a:pPr>
            <a:r>
              <a:rPr lang="en-US" sz="2000" dirty="0">
                <a:solidFill>
                  <a:schemeClr val="tx1"/>
                </a:solidFill>
                <a:latin typeface="Bookman Old Style" panose="02050604050505020204" pitchFamily="18" charset="0"/>
              </a:rPr>
              <a:t>	⇒ Sender continues execution after sending message (does not block 	waiting for reply)</a:t>
            </a:r>
          </a:p>
          <a:p>
            <a:pPr>
              <a:lnSpc>
                <a:spcPct val="114000"/>
              </a:lnSpc>
            </a:pPr>
            <a:r>
              <a:rPr lang="en-US" sz="2000" dirty="0">
                <a:solidFill>
                  <a:schemeClr val="tx1"/>
                </a:solidFill>
                <a:latin typeface="Bookman Old Style" panose="02050604050505020204" pitchFamily="18" charset="0"/>
              </a:rPr>
              <a:t>	⇒ In the </a:t>
            </a:r>
            <a:r>
              <a:rPr lang="en-US" sz="2000" b="1" dirty="0">
                <a:solidFill>
                  <a:schemeClr val="tx1"/>
                </a:solidFill>
                <a:latin typeface="Bookman Old Style" panose="02050604050505020204" pitchFamily="18" charset="0"/>
              </a:rPr>
              <a:t>buffered case</a:t>
            </a:r>
            <a:r>
              <a:rPr lang="en-US" sz="2000" dirty="0">
                <a:solidFill>
                  <a:schemeClr val="tx1"/>
                </a:solidFill>
                <a:latin typeface="Bookman Old Style" panose="02050604050505020204" pitchFamily="18" charset="0"/>
              </a:rPr>
              <a:t>, a message will be stored if the receiver is not able to 	pick it up right away. </a:t>
            </a:r>
          </a:p>
          <a:p>
            <a:pPr>
              <a:lnSpc>
                <a:spcPct val="114000"/>
              </a:lnSpc>
            </a:pPr>
            <a:r>
              <a:rPr lang="en-US" sz="2000" dirty="0">
                <a:solidFill>
                  <a:schemeClr val="tx1"/>
                </a:solidFill>
                <a:latin typeface="Bookman Old Style" panose="02050604050505020204" pitchFamily="18" charset="0"/>
              </a:rPr>
              <a:t>	⇒ In the </a:t>
            </a:r>
            <a:r>
              <a:rPr lang="en-US" sz="2000" b="1" dirty="0">
                <a:solidFill>
                  <a:schemeClr val="tx1"/>
                </a:solidFill>
                <a:latin typeface="Bookman Old Style" panose="02050604050505020204" pitchFamily="18" charset="0"/>
              </a:rPr>
              <a:t>unbuffered case </a:t>
            </a:r>
            <a:r>
              <a:rPr lang="en-US" sz="2000" dirty="0">
                <a:solidFill>
                  <a:schemeClr val="tx1"/>
                </a:solidFill>
                <a:latin typeface="Bookman Old Style" panose="02050604050505020204" pitchFamily="18" charset="0"/>
              </a:rPr>
              <a:t>the message will be lost.</a:t>
            </a:r>
          </a:p>
          <a:p>
            <a:pPr marL="342900" indent="-342900">
              <a:lnSpc>
                <a:spcPct val="114000"/>
              </a:lnSpc>
              <a:buFont typeface="Wingdings" panose="05000000000000000000" pitchFamily="2" charset="2"/>
              <a:buChar char="§"/>
            </a:pPr>
            <a:r>
              <a:rPr lang="en-US" sz="2000" dirty="0">
                <a:solidFill>
                  <a:srgbClr val="FF0000"/>
                </a:solidFill>
                <a:latin typeface="Bookman Old Style" panose="02050604050505020204" pitchFamily="18" charset="0"/>
              </a:rPr>
              <a:t>When is Synchronous suitable? Asynchronous?</a:t>
            </a:r>
          </a:p>
        </p:txBody>
      </p:sp>
    </p:spTree>
    <p:extLst>
      <p:ext uri="{BB962C8B-B14F-4D97-AF65-F5344CB8AC3E}">
        <p14:creationId xmlns:p14="http://schemas.microsoft.com/office/powerpoint/2010/main" val="3806299183"/>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Communication Operation</a:t>
            </a:r>
          </a:p>
        </p:txBody>
      </p:sp>
      <p:sp>
        <p:nvSpPr>
          <p:cNvPr id="117" name="Shape 117"/>
          <p:cNvSpPr txBox="1"/>
          <p:nvPr/>
        </p:nvSpPr>
        <p:spPr>
          <a:xfrm>
            <a:off x="542145" y="1238524"/>
            <a:ext cx="11107710" cy="3943078"/>
          </a:xfrm>
          <a:prstGeom prst="rect">
            <a:avLst/>
          </a:prstGeom>
          <a:noFill/>
          <a:ln>
            <a:noFill/>
          </a:ln>
        </p:spPr>
        <p:txBody>
          <a:bodyPr lIns="91425" tIns="45700" rIns="91425" bIns="45700" anchor="t" anchorCtr="0">
            <a:noAutofit/>
          </a:bodyPr>
          <a:lstStyle/>
          <a:p>
            <a:pPr marL="342900" indent="-342900">
              <a:lnSpc>
                <a:spcPct val="114000"/>
              </a:lnSpc>
              <a:buFont typeface="Wingdings" panose="05000000000000000000" pitchFamily="2" charset="2"/>
              <a:buChar char="§"/>
            </a:pPr>
            <a:r>
              <a:rPr lang="en-US" sz="2000" b="1" dirty="0">
                <a:solidFill>
                  <a:schemeClr val="tx1"/>
                </a:solidFill>
                <a:latin typeface="Bookman Old Style" panose="02050604050505020204" pitchFamily="18" charset="0"/>
              </a:rPr>
              <a:t>Transient vs Persistent Communication:</a:t>
            </a:r>
          </a:p>
          <a:p>
            <a:pPr marL="342900" indent="-342900">
              <a:lnSpc>
                <a:spcPct val="114000"/>
              </a:lnSpc>
              <a:buFont typeface="Wingdings" panose="05000000000000000000" pitchFamily="2" charset="2"/>
              <a:buChar char="§"/>
            </a:pPr>
            <a:r>
              <a:rPr lang="en-US" sz="2000" b="1" dirty="0">
                <a:solidFill>
                  <a:srgbClr val="00B050"/>
                </a:solidFill>
                <a:latin typeface="Bookman Old Style" panose="02050604050505020204" pitchFamily="18" charset="0"/>
              </a:rPr>
              <a:t>Transient</a:t>
            </a:r>
          </a:p>
          <a:p>
            <a:pPr>
              <a:lnSpc>
                <a:spcPct val="114000"/>
              </a:lnSpc>
            </a:pPr>
            <a:r>
              <a:rPr lang="en-US" sz="2000" dirty="0">
                <a:solidFill>
                  <a:schemeClr val="tx1"/>
                </a:solidFill>
                <a:latin typeface="Bookman Old Style" panose="02050604050505020204" pitchFamily="18" charset="0"/>
              </a:rPr>
              <a:t>	⇒ Message will only be delivered if a receiver is active. </a:t>
            </a:r>
          </a:p>
          <a:p>
            <a:pPr>
              <a:lnSpc>
                <a:spcPct val="114000"/>
              </a:lnSpc>
            </a:pPr>
            <a:r>
              <a:rPr lang="en-US" sz="2000" dirty="0">
                <a:solidFill>
                  <a:schemeClr val="tx1"/>
                </a:solidFill>
                <a:latin typeface="Bookman Old Style" panose="02050604050505020204" pitchFamily="18" charset="0"/>
              </a:rPr>
              <a:t>	⇒ If there is no active receiver process (i.e., no one interested in or able to 	receive messages) then an undeliverable message will simply be dropped.</a:t>
            </a:r>
          </a:p>
          <a:p>
            <a:pPr>
              <a:lnSpc>
                <a:spcPct val="114000"/>
              </a:lnSpc>
            </a:pPr>
            <a:r>
              <a:rPr lang="en-US" sz="2000" dirty="0">
                <a:solidFill>
                  <a:schemeClr val="tx1"/>
                </a:solidFill>
                <a:latin typeface="Bookman Old Style" panose="02050604050505020204" pitchFamily="18" charset="0"/>
              </a:rPr>
              <a:t>	⇒ </a:t>
            </a:r>
            <a:r>
              <a:rPr lang="en-US" sz="2000" dirty="0">
                <a:solidFill>
                  <a:srgbClr val="FF0000"/>
                </a:solidFill>
                <a:latin typeface="Bookman Old Style" panose="02050604050505020204" pitchFamily="18" charset="0"/>
              </a:rPr>
              <a:t>Example:</a:t>
            </a:r>
            <a:r>
              <a:rPr lang="en-US" sz="2000" b="1" dirty="0">
                <a:solidFill>
                  <a:srgbClr val="00B050"/>
                </a:solidFill>
                <a:latin typeface="Bookman Old Style" panose="02050604050505020204" pitchFamily="18" charset="0"/>
              </a:rPr>
              <a:t> </a:t>
            </a:r>
            <a:r>
              <a:rPr lang="en-US" sz="2000" dirty="0">
                <a:solidFill>
                  <a:schemeClr val="tx1"/>
                </a:solidFill>
                <a:latin typeface="Bookman Old Style" panose="02050604050505020204" pitchFamily="18" charset="0"/>
              </a:rPr>
              <a:t>HTTP request</a:t>
            </a:r>
          </a:p>
          <a:p>
            <a:pPr marL="342900" indent="-342900">
              <a:lnSpc>
                <a:spcPct val="114000"/>
              </a:lnSpc>
              <a:buFont typeface="Wingdings" panose="05000000000000000000" pitchFamily="2" charset="2"/>
              <a:buChar char="§"/>
            </a:pPr>
            <a:endParaRPr lang="en-US" sz="2000" b="1" dirty="0">
              <a:solidFill>
                <a:srgbClr val="00B050"/>
              </a:solidFill>
              <a:latin typeface="Bookman Old Style" panose="02050604050505020204" pitchFamily="18" charset="0"/>
            </a:endParaRPr>
          </a:p>
          <a:p>
            <a:pPr marL="342900" indent="-342900">
              <a:lnSpc>
                <a:spcPct val="114000"/>
              </a:lnSpc>
              <a:buFont typeface="Wingdings" panose="05000000000000000000" pitchFamily="2" charset="2"/>
              <a:buChar char="§"/>
            </a:pPr>
            <a:r>
              <a:rPr lang="en-US" sz="2000" b="1" dirty="0">
                <a:solidFill>
                  <a:srgbClr val="00B050"/>
                </a:solidFill>
                <a:latin typeface="Bookman Old Style" panose="02050604050505020204" pitchFamily="18" charset="0"/>
              </a:rPr>
              <a:t>Persistent</a:t>
            </a:r>
          </a:p>
          <a:p>
            <a:pPr>
              <a:lnSpc>
                <a:spcPct val="114000"/>
              </a:lnSpc>
            </a:pPr>
            <a:r>
              <a:rPr lang="en-US" sz="2000" dirty="0">
                <a:solidFill>
                  <a:schemeClr val="tx1"/>
                </a:solidFill>
                <a:latin typeface="Bookman Old Style" panose="02050604050505020204" pitchFamily="18" charset="0"/>
              </a:rPr>
              <a:t>	⇒ Message stored (somewhere) until receiver can accept it</a:t>
            </a:r>
          </a:p>
          <a:p>
            <a:pPr>
              <a:lnSpc>
                <a:spcPct val="114000"/>
              </a:lnSpc>
            </a:pPr>
            <a:r>
              <a:rPr lang="en-US" sz="2000" dirty="0">
                <a:solidFill>
                  <a:schemeClr val="tx1"/>
                </a:solidFill>
                <a:latin typeface="Bookman Old Style" panose="02050604050505020204" pitchFamily="18" charset="0"/>
              </a:rPr>
              <a:t>	⇒ </a:t>
            </a:r>
            <a:r>
              <a:rPr lang="en-US" sz="2000" dirty="0">
                <a:solidFill>
                  <a:srgbClr val="FF0000"/>
                </a:solidFill>
                <a:latin typeface="Bookman Old Style" panose="02050604050505020204" pitchFamily="18" charset="0"/>
              </a:rPr>
              <a:t>Example: </a:t>
            </a:r>
            <a:r>
              <a:rPr lang="en-US" sz="2000" dirty="0">
                <a:solidFill>
                  <a:schemeClr val="tx1"/>
                </a:solidFill>
                <a:latin typeface="Bookman Old Style" panose="02050604050505020204" pitchFamily="18" charset="0"/>
              </a:rPr>
              <a:t>email</a:t>
            </a:r>
            <a:endParaRPr lang="en-US" sz="2000" dirty="0">
              <a:solidFill>
                <a:srgbClr val="FF0000"/>
              </a:solidFill>
              <a:latin typeface="Bookman Old Style" panose="02050604050505020204" pitchFamily="18" charset="0"/>
            </a:endParaRPr>
          </a:p>
        </p:txBody>
      </p:sp>
    </p:spTree>
    <p:extLst>
      <p:ext uri="{BB962C8B-B14F-4D97-AF65-F5344CB8AC3E}">
        <p14:creationId xmlns:p14="http://schemas.microsoft.com/office/powerpoint/2010/main" val="1666896600"/>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Communication Operation</a:t>
            </a:r>
          </a:p>
        </p:txBody>
      </p:sp>
      <p:sp>
        <p:nvSpPr>
          <p:cNvPr id="117" name="Shape 117"/>
          <p:cNvSpPr txBox="1"/>
          <p:nvPr/>
        </p:nvSpPr>
        <p:spPr>
          <a:xfrm>
            <a:off x="542145" y="1238524"/>
            <a:ext cx="11107710" cy="3943078"/>
          </a:xfrm>
          <a:prstGeom prst="rect">
            <a:avLst/>
          </a:prstGeom>
          <a:noFill/>
          <a:ln>
            <a:noFill/>
          </a:ln>
        </p:spPr>
        <p:txBody>
          <a:bodyPr lIns="91425" tIns="45700" rIns="91425" bIns="45700" anchor="t" anchorCtr="0">
            <a:noAutofit/>
          </a:bodyPr>
          <a:lstStyle/>
          <a:p>
            <a:pPr marL="342900" indent="-342900">
              <a:lnSpc>
                <a:spcPct val="114000"/>
              </a:lnSpc>
              <a:buFont typeface="Wingdings" panose="05000000000000000000" pitchFamily="2" charset="2"/>
              <a:buChar char="§"/>
            </a:pPr>
            <a:r>
              <a:rPr lang="en-US" sz="2000" b="1" dirty="0">
                <a:solidFill>
                  <a:schemeClr val="tx1"/>
                </a:solidFill>
                <a:latin typeface="Bookman Old Style" panose="02050604050505020204" pitchFamily="18" charset="0"/>
              </a:rPr>
              <a:t>Provider-Initiated vs Consumer-Initiated Communication</a:t>
            </a:r>
          </a:p>
          <a:p>
            <a:pPr marL="342900" indent="-342900">
              <a:lnSpc>
                <a:spcPct val="114000"/>
              </a:lnSpc>
              <a:buFont typeface="Wingdings" panose="05000000000000000000" pitchFamily="2" charset="2"/>
              <a:buChar char="§"/>
            </a:pPr>
            <a:r>
              <a:rPr lang="en-US" sz="2000" b="1" dirty="0">
                <a:solidFill>
                  <a:srgbClr val="00B050"/>
                </a:solidFill>
                <a:latin typeface="Bookman Old Style" panose="02050604050505020204" pitchFamily="18" charset="0"/>
              </a:rPr>
              <a:t>Provider-Initiated</a:t>
            </a:r>
          </a:p>
          <a:p>
            <a:pPr>
              <a:lnSpc>
                <a:spcPct val="114000"/>
              </a:lnSpc>
            </a:pPr>
            <a:r>
              <a:rPr lang="en-US" sz="2000" b="1" dirty="0">
                <a:solidFill>
                  <a:schemeClr val="tx1"/>
                </a:solidFill>
                <a:latin typeface="Bookman Old Style" panose="02050604050505020204" pitchFamily="18" charset="0"/>
              </a:rPr>
              <a:t>	</a:t>
            </a:r>
            <a:r>
              <a:rPr lang="en-US" sz="2000" dirty="0">
                <a:solidFill>
                  <a:schemeClr val="tx1"/>
                </a:solidFill>
                <a:latin typeface="Bookman Old Style" panose="02050604050505020204" pitchFamily="18" charset="0"/>
              </a:rPr>
              <a:t>⇒ Message sent when data is available</a:t>
            </a:r>
          </a:p>
          <a:p>
            <a:pPr>
              <a:lnSpc>
                <a:spcPct val="114000"/>
              </a:lnSpc>
            </a:pPr>
            <a:r>
              <a:rPr lang="en-US" sz="2000" dirty="0">
                <a:solidFill>
                  <a:schemeClr val="tx1"/>
                </a:solidFill>
                <a:latin typeface="Bookman Old Style" panose="02050604050505020204" pitchFamily="18" charset="0"/>
              </a:rPr>
              <a:t>	⇒ Example: notifications</a:t>
            </a:r>
          </a:p>
          <a:p>
            <a:pPr>
              <a:lnSpc>
                <a:spcPct val="114000"/>
              </a:lnSpc>
            </a:pPr>
            <a:endParaRPr lang="en-US" sz="2000" b="1" dirty="0">
              <a:solidFill>
                <a:schemeClr val="tx1"/>
              </a:solidFill>
              <a:latin typeface="Bookman Old Style" panose="02050604050505020204" pitchFamily="18" charset="0"/>
            </a:endParaRPr>
          </a:p>
          <a:p>
            <a:pPr marL="342900" indent="-342900">
              <a:lnSpc>
                <a:spcPct val="114000"/>
              </a:lnSpc>
              <a:buFont typeface="Wingdings" panose="05000000000000000000" pitchFamily="2" charset="2"/>
              <a:buChar char="§"/>
            </a:pPr>
            <a:r>
              <a:rPr lang="en-US" sz="2000" b="1" dirty="0">
                <a:solidFill>
                  <a:srgbClr val="00B050"/>
                </a:solidFill>
                <a:latin typeface="Bookman Old Style" panose="02050604050505020204" pitchFamily="18" charset="0"/>
              </a:rPr>
              <a:t>Consumer-Initiated</a:t>
            </a:r>
          </a:p>
          <a:p>
            <a:pPr>
              <a:lnSpc>
                <a:spcPct val="114000"/>
              </a:lnSpc>
            </a:pPr>
            <a:r>
              <a:rPr lang="en-US" sz="2000" b="1" dirty="0">
                <a:solidFill>
                  <a:schemeClr val="tx1"/>
                </a:solidFill>
                <a:latin typeface="Bookman Old Style" panose="02050604050505020204" pitchFamily="18" charset="0"/>
              </a:rPr>
              <a:t>	</a:t>
            </a:r>
            <a:r>
              <a:rPr lang="en-US" sz="2000" dirty="0">
                <a:solidFill>
                  <a:schemeClr val="tx1"/>
                </a:solidFill>
                <a:latin typeface="Bookman Old Style" panose="02050604050505020204" pitchFamily="18" charset="0"/>
              </a:rPr>
              <a:t>⇒ Request sent for data</a:t>
            </a:r>
          </a:p>
          <a:p>
            <a:pPr>
              <a:lnSpc>
                <a:spcPct val="114000"/>
              </a:lnSpc>
            </a:pPr>
            <a:r>
              <a:rPr lang="en-US" sz="2000" dirty="0">
                <a:solidFill>
                  <a:schemeClr val="tx1"/>
                </a:solidFill>
                <a:latin typeface="Bookman Old Style" panose="02050604050505020204" pitchFamily="18" charset="0"/>
              </a:rPr>
              <a:t>	</a:t>
            </a:r>
            <a:r>
              <a:rPr lang="en-US" sz="2000" b="1" dirty="0">
                <a:solidFill>
                  <a:schemeClr val="tx1"/>
                </a:solidFill>
                <a:latin typeface="Bookman Old Style" panose="02050604050505020204" pitchFamily="18" charset="0"/>
              </a:rPr>
              <a:t>⇒ Example: </a:t>
            </a:r>
            <a:r>
              <a:rPr lang="en-US" sz="2000" dirty="0">
                <a:solidFill>
                  <a:schemeClr val="tx1"/>
                </a:solidFill>
                <a:latin typeface="Bookman Old Style" panose="02050604050505020204" pitchFamily="18" charset="0"/>
              </a:rPr>
              <a:t>HTTP request</a:t>
            </a:r>
            <a:endParaRPr lang="en-US" sz="2000" dirty="0">
              <a:solidFill>
                <a:srgbClr val="FF0000"/>
              </a:solidFill>
              <a:latin typeface="Bookman Old Style" panose="02050604050505020204" pitchFamily="18" charset="0"/>
            </a:endParaRPr>
          </a:p>
        </p:txBody>
      </p:sp>
    </p:spTree>
    <p:extLst>
      <p:ext uri="{BB962C8B-B14F-4D97-AF65-F5344CB8AC3E}">
        <p14:creationId xmlns:p14="http://schemas.microsoft.com/office/powerpoint/2010/main" val="4000896490"/>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Communication Operation</a:t>
            </a:r>
          </a:p>
        </p:txBody>
      </p:sp>
      <p:sp>
        <p:nvSpPr>
          <p:cNvPr id="117" name="Shape 117"/>
          <p:cNvSpPr txBox="1"/>
          <p:nvPr/>
        </p:nvSpPr>
        <p:spPr>
          <a:xfrm>
            <a:off x="542145" y="1238524"/>
            <a:ext cx="10222837" cy="3943078"/>
          </a:xfrm>
          <a:prstGeom prst="rect">
            <a:avLst/>
          </a:prstGeom>
          <a:noFill/>
          <a:ln>
            <a:noFill/>
          </a:ln>
        </p:spPr>
        <p:txBody>
          <a:bodyPr lIns="91425" tIns="45700" rIns="91425" bIns="45700" anchor="t" anchorCtr="0">
            <a:noAutofit/>
          </a:bodyPr>
          <a:lstStyle/>
          <a:p>
            <a:pPr marL="342900" indent="-342900">
              <a:lnSpc>
                <a:spcPct val="114000"/>
              </a:lnSpc>
              <a:buFont typeface="Wingdings" panose="05000000000000000000" pitchFamily="2" charset="2"/>
              <a:buChar char="§"/>
            </a:pPr>
            <a:r>
              <a:rPr lang="en-US" sz="2000" b="1" dirty="0">
                <a:solidFill>
                  <a:schemeClr val="tx1"/>
                </a:solidFill>
                <a:latin typeface="Bookman Old Style" panose="02050604050505020204" pitchFamily="18" charset="0"/>
              </a:rPr>
              <a:t>Direct-Addressing vs Indirect-Addressing Communication:</a:t>
            </a:r>
          </a:p>
          <a:p>
            <a:pPr marL="342900" indent="-342900">
              <a:lnSpc>
                <a:spcPct val="114000"/>
              </a:lnSpc>
              <a:buFont typeface="Wingdings" panose="05000000000000000000" pitchFamily="2" charset="2"/>
              <a:buChar char="§"/>
            </a:pPr>
            <a:r>
              <a:rPr lang="en-US" sz="2000" b="1" dirty="0">
                <a:solidFill>
                  <a:srgbClr val="00B050"/>
                </a:solidFill>
                <a:latin typeface="Bookman Old Style" panose="02050604050505020204" pitchFamily="18" charset="0"/>
              </a:rPr>
              <a:t>Direct-Addressing</a:t>
            </a:r>
          </a:p>
          <a:p>
            <a:pPr>
              <a:lnSpc>
                <a:spcPct val="114000"/>
              </a:lnSpc>
            </a:pPr>
            <a:r>
              <a:rPr lang="en-US" sz="2000" b="1" dirty="0">
                <a:solidFill>
                  <a:schemeClr val="tx1"/>
                </a:solidFill>
                <a:latin typeface="Bookman Old Style" panose="02050604050505020204" pitchFamily="18" charset="0"/>
              </a:rPr>
              <a:t>	</a:t>
            </a:r>
            <a:r>
              <a:rPr lang="en-US" sz="2000" dirty="0">
                <a:solidFill>
                  <a:schemeClr val="tx1"/>
                </a:solidFill>
                <a:latin typeface="Bookman Old Style" panose="02050604050505020204" pitchFamily="18" charset="0"/>
              </a:rPr>
              <a:t>⇒ Message sent directly to receiver</a:t>
            </a:r>
          </a:p>
          <a:p>
            <a:pPr>
              <a:lnSpc>
                <a:spcPct val="114000"/>
              </a:lnSpc>
            </a:pPr>
            <a:r>
              <a:rPr lang="en-US" sz="2000" dirty="0">
                <a:solidFill>
                  <a:schemeClr val="tx1"/>
                </a:solidFill>
                <a:latin typeface="Bookman Old Style" panose="02050604050505020204" pitchFamily="18" charset="0"/>
              </a:rPr>
              <a:t>	⇒ </a:t>
            </a:r>
            <a:r>
              <a:rPr lang="en-US" sz="2000" dirty="0">
                <a:solidFill>
                  <a:srgbClr val="FF0000"/>
                </a:solidFill>
                <a:latin typeface="Bookman Old Style" panose="02050604050505020204" pitchFamily="18" charset="0"/>
              </a:rPr>
              <a:t>Example: </a:t>
            </a:r>
            <a:r>
              <a:rPr lang="en-US" sz="2000" dirty="0">
                <a:solidFill>
                  <a:schemeClr val="tx1"/>
                </a:solidFill>
                <a:latin typeface="Bookman Old Style" panose="02050604050505020204" pitchFamily="18" charset="0"/>
              </a:rPr>
              <a:t>HTTP request</a:t>
            </a:r>
          </a:p>
          <a:p>
            <a:pPr marL="342900" indent="-342900">
              <a:lnSpc>
                <a:spcPct val="114000"/>
              </a:lnSpc>
              <a:buFont typeface="Wingdings" panose="05000000000000000000" pitchFamily="2" charset="2"/>
              <a:buChar char="§"/>
            </a:pPr>
            <a:endParaRPr lang="en-US" sz="2000" b="1" dirty="0">
              <a:solidFill>
                <a:schemeClr val="tx1"/>
              </a:solidFill>
              <a:latin typeface="Bookman Old Style" panose="02050604050505020204" pitchFamily="18" charset="0"/>
            </a:endParaRPr>
          </a:p>
          <a:p>
            <a:pPr marL="342900" indent="-342900">
              <a:lnSpc>
                <a:spcPct val="114000"/>
              </a:lnSpc>
              <a:buFont typeface="Wingdings" panose="05000000000000000000" pitchFamily="2" charset="2"/>
              <a:buChar char="§"/>
            </a:pPr>
            <a:r>
              <a:rPr lang="en-US" sz="2000" b="1" dirty="0">
                <a:solidFill>
                  <a:srgbClr val="00B050"/>
                </a:solidFill>
                <a:latin typeface="Bookman Old Style" panose="02050604050505020204" pitchFamily="18" charset="0"/>
              </a:rPr>
              <a:t>Indirect-Addressing</a:t>
            </a:r>
          </a:p>
          <a:p>
            <a:pPr>
              <a:lnSpc>
                <a:spcPct val="114000"/>
              </a:lnSpc>
            </a:pPr>
            <a:r>
              <a:rPr lang="en-US" sz="2000" b="1" dirty="0">
                <a:solidFill>
                  <a:schemeClr val="tx1"/>
                </a:solidFill>
                <a:latin typeface="Bookman Old Style" panose="02050604050505020204" pitchFamily="18" charset="0"/>
              </a:rPr>
              <a:t>	</a:t>
            </a:r>
            <a:r>
              <a:rPr lang="en-US" sz="2000" dirty="0">
                <a:solidFill>
                  <a:schemeClr val="tx1"/>
                </a:solidFill>
                <a:latin typeface="Bookman Old Style" panose="02050604050505020204" pitchFamily="18" charset="0"/>
              </a:rPr>
              <a:t>⇒ Message not sent to a particular receive</a:t>
            </a:r>
          </a:p>
          <a:p>
            <a:pPr>
              <a:lnSpc>
                <a:spcPct val="114000"/>
              </a:lnSpc>
            </a:pPr>
            <a:r>
              <a:rPr lang="en-US" sz="2000" dirty="0">
                <a:solidFill>
                  <a:srgbClr val="FF0000"/>
                </a:solidFill>
                <a:latin typeface="Bookman Old Style" panose="02050604050505020204" pitchFamily="18" charset="0"/>
              </a:rPr>
              <a:t>	⇒ Example: </a:t>
            </a:r>
            <a:r>
              <a:rPr lang="en-US" sz="2000" dirty="0">
                <a:solidFill>
                  <a:schemeClr val="tx1"/>
                </a:solidFill>
                <a:latin typeface="Bookman Old Style" panose="02050604050505020204" pitchFamily="18" charset="0"/>
              </a:rPr>
              <a:t>broadcast, publish/subscribe</a:t>
            </a:r>
          </a:p>
        </p:txBody>
      </p:sp>
    </p:spTree>
    <p:extLst>
      <p:ext uri="{BB962C8B-B14F-4D97-AF65-F5344CB8AC3E}">
        <p14:creationId xmlns:p14="http://schemas.microsoft.com/office/powerpoint/2010/main" val="4224481686"/>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Communication Operation</a:t>
            </a:r>
          </a:p>
        </p:txBody>
      </p:sp>
      <p:sp>
        <p:nvSpPr>
          <p:cNvPr id="117" name="Shape 117"/>
          <p:cNvSpPr txBox="1"/>
          <p:nvPr/>
        </p:nvSpPr>
        <p:spPr>
          <a:xfrm>
            <a:off x="542145" y="1238524"/>
            <a:ext cx="11151091" cy="3181076"/>
          </a:xfrm>
          <a:prstGeom prst="rect">
            <a:avLst/>
          </a:prstGeom>
          <a:noFill/>
          <a:ln>
            <a:noFill/>
          </a:ln>
        </p:spPr>
        <p:txBody>
          <a:bodyPr lIns="91425" tIns="45700" rIns="91425" bIns="45700" anchor="t" anchorCtr="0">
            <a:noAutofit/>
          </a:bodyPr>
          <a:lstStyle/>
          <a:p>
            <a:pPr marL="342900" indent="-342900">
              <a:lnSpc>
                <a:spcPct val="114000"/>
              </a:lnSpc>
              <a:buFont typeface="Wingdings" panose="05000000000000000000" pitchFamily="2" charset="2"/>
              <a:buChar char="§"/>
            </a:pPr>
            <a:r>
              <a:rPr lang="en-US" sz="2000" b="1" dirty="0">
                <a:solidFill>
                  <a:schemeClr val="tx1"/>
                </a:solidFill>
                <a:latin typeface="Bookman Old Style" panose="02050604050505020204" pitchFamily="18" charset="0"/>
              </a:rPr>
              <a:t>Reliable vs Unreliable Communication:</a:t>
            </a:r>
          </a:p>
          <a:p>
            <a:pPr marL="342900" indent="-342900">
              <a:lnSpc>
                <a:spcPct val="114000"/>
              </a:lnSpc>
              <a:buFont typeface="Wingdings" panose="05000000000000000000" pitchFamily="2" charset="2"/>
              <a:buChar char="§"/>
            </a:pPr>
            <a:r>
              <a:rPr lang="en-US" sz="2000" b="1" dirty="0">
                <a:solidFill>
                  <a:srgbClr val="00B050"/>
                </a:solidFill>
                <a:latin typeface="Bookman Old Style" panose="02050604050505020204" pitchFamily="18" charset="0"/>
              </a:rPr>
              <a:t>Reliable Communication</a:t>
            </a:r>
          </a:p>
          <a:p>
            <a:pPr>
              <a:lnSpc>
                <a:spcPct val="114000"/>
              </a:lnSpc>
            </a:pPr>
            <a:r>
              <a:rPr lang="en-US" sz="2000" b="1" dirty="0">
                <a:solidFill>
                  <a:schemeClr val="tx1"/>
                </a:solidFill>
                <a:latin typeface="Bookman Old Style" panose="02050604050505020204" pitchFamily="18" charset="0"/>
              </a:rPr>
              <a:t>	</a:t>
            </a:r>
            <a:r>
              <a:rPr lang="en-US" sz="2000" dirty="0">
                <a:solidFill>
                  <a:schemeClr val="tx1"/>
                </a:solidFill>
                <a:latin typeface="Bookman Old Style" panose="02050604050505020204" pitchFamily="18" charset="0"/>
              </a:rPr>
              <a:t>⇒ Processes can assume that a message that is sent will actually arrive at the 	destination (as long as the destination process is there to receive it).</a:t>
            </a:r>
          </a:p>
          <a:p>
            <a:pPr>
              <a:lnSpc>
                <a:spcPct val="114000"/>
              </a:lnSpc>
            </a:pPr>
            <a:r>
              <a:rPr lang="en-US" sz="2000" dirty="0">
                <a:solidFill>
                  <a:schemeClr val="tx1"/>
                </a:solidFill>
                <a:latin typeface="Bookman Old Style" panose="02050604050505020204" pitchFamily="18" charset="0"/>
              </a:rPr>
              <a:t> 	</a:t>
            </a:r>
            <a:endParaRPr lang="en-US" sz="2000" b="1" dirty="0">
              <a:solidFill>
                <a:schemeClr val="tx1"/>
              </a:solidFill>
              <a:latin typeface="Bookman Old Style" panose="02050604050505020204" pitchFamily="18" charset="0"/>
            </a:endParaRPr>
          </a:p>
          <a:p>
            <a:pPr marL="342900" indent="-342900">
              <a:lnSpc>
                <a:spcPct val="114000"/>
              </a:lnSpc>
              <a:buFont typeface="Wingdings" panose="05000000000000000000" pitchFamily="2" charset="2"/>
              <a:buChar char="§"/>
            </a:pPr>
            <a:r>
              <a:rPr lang="en-US" sz="2000" b="1" dirty="0">
                <a:solidFill>
                  <a:srgbClr val="00B050"/>
                </a:solidFill>
                <a:latin typeface="Bookman Old Style" panose="02050604050505020204" pitchFamily="18" charset="0"/>
              </a:rPr>
              <a:t>Unreliable Communication </a:t>
            </a:r>
          </a:p>
          <a:p>
            <a:pPr>
              <a:lnSpc>
                <a:spcPct val="114000"/>
              </a:lnSpc>
            </a:pPr>
            <a:r>
              <a:rPr lang="en-US" sz="2000" b="1" dirty="0">
                <a:solidFill>
                  <a:schemeClr val="tx1"/>
                </a:solidFill>
                <a:latin typeface="Bookman Old Style" panose="02050604050505020204" pitchFamily="18" charset="0"/>
              </a:rPr>
              <a:t>	</a:t>
            </a:r>
            <a:r>
              <a:rPr lang="en-US" sz="2000" dirty="0">
                <a:solidFill>
                  <a:schemeClr val="tx1"/>
                </a:solidFill>
                <a:latin typeface="Bookman Old Style" panose="02050604050505020204" pitchFamily="18" charset="0"/>
              </a:rPr>
              <a:t>⇒ messages may get lost and processes have to deal with it.</a:t>
            </a:r>
          </a:p>
        </p:txBody>
      </p:sp>
    </p:spTree>
    <p:extLst>
      <p:ext uri="{BB962C8B-B14F-4D97-AF65-F5344CB8AC3E}">
        <p14:creationId xmlns:p14="http://schemas.microsoft.com/office/powerpoint/2010/main" val="4133442439"/>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Combinations - </a:t>
            </a:r>
            <a:r>
              <a:rPr lang="en-GB" sz="2800" dirty="0">
                <a:solidFill>
                  <a:srgbClr val="FF0000"/>
                </a:solidFill>
              </a:rPr>
              <a:t>Persistence and Synchronicity</a:t>
            </a:r>
          </a:p>
        </p:txBody>
      </p:sp>
      <p:sp>
        <p:nvSpPr>
          <p:cNvPr id="117" name="Shape 117"/>
          <p:cNvSpPr txBox="1"/>
          <p:nvPr/>
        </p:nvSpPr>
        <p:spPr>
          <a:xfrm>
            <a:off x="542145" y="1127687"/>
            <a:ext cx="11331200" cy="3181076"/>
          </a:xfrm>
          <a:prstGeom prst="rect">
            <a:avLst/>
          </a:prstGeom>
          <a:noFill/>
          <a:ln>
            <a:noFill/>
          </a:ln>
        </p:spPr>
        <p:txBody>
          <a:bodyPr lIns="91425" tIns="45700" rIns="91425" bIns="45700" anchor="t" anchorCtr="0">
            <a:noAutofit/>
          </a:bodyPr>
          <a:lstStyle/>
          <a:p>
            <a:pPr marL="457200" indent="-457200">
              <a:lnSpc>
                <a:spcPct val="114000"/>
              </a:lnSpc>
              <a:buFont typeface="+mj-lt"/>
              <a:buAutoNum type="arabicPeriod"/>
            </a:pPr>
            <a:r>
              <a:rPr lang="fr-FR" sz="2000" b="1" dirty="0">
                <a:solidFill>
                  <a:schemeClr val="tx1"/>
                </a:solidFill>
                <a:latin typeface="Bookman Old Style" panose="02050604050505020204" pitchFamily="18" charset="0"/>
              </a:rPr>
              <a:t>Persistent Asynchronous Communication: </a:t>
            </a:r>
            <a:r>
              <a:rPr lang="en-US" sz="2000" dirty="0">
                <a:solidFill>
                  <a:schemeClr val="tx1"/>
                </a:solidFill>
                <a:latin typeface="Bookman Old Style" panose="02050604050505020204" pitchFamily="18" charset="0"/>
              </a:rPr>
              <a:t>A sends a message and keeps executing without blocking. The message sent from A will take an arbitrary amount of time to reach B. A may or may not be running by the time the message reaches B. Disks or multiple memory queues could be used for storage at B’s side. </a:t>
            </a:r>
          </a:p>
          <a:p>
            <a:pPr marL="342900" indent="-342900">
              <a:lnSpc>
                <a:spcPct val="114000"/>
              </a:lnSpc>
              <a:buFont typeface="Wingdings" panose="05000000000000000000" pitchFamily="2" charset="2"/>
              <a:buChar char="§"/>
            </a:pPr>
            <a:r>
              <a:rPr lang="en-US" sz="2000" dirty="0">
                <a:solidFill>
                  <a:srgbClr val="00B050"/>
                </a:solidFill>
                <a:latin typeface="Bookman Old Style" panose="02050604050505020204" pitchFamily="18" charset="0"/>
              </a:rPr>
              <a:t>There is a guarantee that the message will eventually reach B. B receives this request and processes it then. </a:t>
            </a:r>
          </a:p>
          <a:p>
            <a:pPr marL="342900" indent="-342900">
              <a:lnSpc>
                <a:spcPct val="114000"/>
              </a:lnSpc>
              <a:buFont typeface="Wingdings" panose="05000000000000000000" pitchFamily="2" charset="2"/>
              <a:buChar char="§"/>
            </a:pPr>
            <a:r>
              <a:rPr lang="en-US" sz="2000" b="1" dirty="0">
                <a:solidFill>
                  <a:schemeClr val="tx1"/>
                </a:solidFill>
                <a:latin typeface="Bookman Old Style" panose="02050604050505020204" pitchFamily="18" charset="0"/>
              </a:rPr>
              <a:t>Example: </a:t>
            </a:r>
            <a:r>
              <a:rPr lang="en-US" sz="2000" dirty="0">
                <a:solidFill>
                  <a:schemeClr val="tx1"/>
                </a:solidFill>
                <a:latin typeface="Bookman Old Style" panose="02050604050505020204" pitchFamily="18" charset="0"/>
              </a:rPr>
              <a:t>Emails can take an arbitrary amount of time to reach and when the receiver reads the email, the sender might not even be running.</a:t>
            </a:r>
            <a:endParaRPr lang="en-US" sz="2000" b="1" dirty="0">
              <a:solidFill>
                <a:schemeClr val="tx1"/>
              </a:solidFill>
              <a:latin typeface="Bookman Old Style" panose="02050604050505020204" pitchFamily="18" charset="0"/>
            </a:endParaRPr>
          </a:p>
        </p:txBody>
      </p:sp>
      <p:pic>
        <p:nvPicPr>
          <p:cNvPr id="6" name="Picture 5">
            <a:extLst>
              <a:ext uri="{FF2B5EF4-FFF2-40B4-BE49-F238E27FC236}">
                <a16:creationId xmlns:a16="http://schemas.microsoft.com/office/drawing/2014/main" id="{E026C060-BD71-5A3D-6DA9-858044598DAD}"/>
              </a:ext>
            </a:extLst>
          </p:cNvPr>
          <p:cNvPicPr>
            <a:picLocks noChangeAspect="1"/>
          </p:cNvPicPr>
          <p:nvPr/>
        </p:nvPicPr>
        <p:blipFill rotWithShape="1">
          <a:blip r:embed="rId3"/>
          <a:srcRect r="57825"/>
          <a:stretch/>
        </p:blipFill>
        <p:spPr>
          <a:xfrm>
            <a:off x="3128838" y="3986151"/>
            <a:ext cx="6157813" cy="2676376"/>
          </a:xfrm>
          <a:prstGeom prst="rect">
            <a:avLst/>
          </a:prstGeom>
        </p:spPr>
      </p:pic>
    </p:spTree>
    <p:extLst>
      <p:ext uri="{BB962C8B-B14F-4D97-AF65-F5344CB8AC3E}">
        <p14:creationId xmlns:p14="http://schemas.microsoft.com/office/powerpoint/2010/main" val="316478824"/>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Combinations - </a:t>
            </a:r>
            <a:r>
              <a:rPr lang="en-GB" sz="2800" dirty="0">
                <a:solidFill>
                  <a:srgbClr val="FF0000"/>
                </a:solidFill>
              </a:rPr>
              <a:t>Persistence and Synchronicity</a:t>
            </a:r>
          </a:p>
        </p:txBody>
      </p:sp>
      <p:sp>
        <p:nvSpPr>
          <p:cNvPr id="117" name="Shape 117"/>
          <p:cNvSpPr txBox="1"/>
          <p:nvPr/>
        </p:nvSpPr>
        <p:spPr>
          <a:xfrm>
            <a:off x="542145" y="1127687"/>
            <a:ext cx="11331200" cy="1490821"/>
          </a:xfrm>
          <a:prstGeom prst="rect">
            <a:avLst/>
          </a:prstGeom>
          <a:noFill/>
          <a:ln>
            <a:noFill/>
          </a:ln>
        </p:spPr>
        <p:txBody>
          <a:bodyPr lIns="91425" tIns="45700" rIns="91425" bIns="45700" anchor="t" anchorCtr="0">
            <a:noAutofit/>
          </a:bodyPr>
          <a:lstStyle/>
          <a:p>
            <a:pPr marL="457200" indent="-457200">
              <a:lnSpc>
                <a:spcPct val="114000"/>
              </a:lnSpc>
              <a:buFont typeface="+mj-lt"/>
              <a:buAutoNum type="arabicPeriod" startAt="2"/>
            </a:pPr>
            <a:r>
              <a:rPr lang="en-US" sz="2000" b="1" dirty="0">
                <a:solidFill>
                  <a:schemeClr val="tx1"/>
                </a:solidFill>
                <a:latin typeface="Bookman Old Style" panose="02050604050505020204" pitchFamily="18" charset="0"/>
              </a:rPr>
              <a:t>Persistent Synchronous Communication: </a:t>
            </a:r>
            <a:r>
              <a:rPr lang="en-US" sz="2000" dirty="0">
                <a:solidFill>
                  <a:schemeClr val="tx1"/>
                </a:solidFill>
                <a:latin typeface="Bookman Old Style" panose="02050604050505020204" pitchFamily="18" charset="0"/>
              </a:rPr>
              <a:t>Here, A sends a message, and is then blocked (depicted by the dotted line). The acknowledgement is for receipt (not delivery/response). Because this model is persistent, the message may stay in B’s queue (or in any router along the way) for an arbitrary amount of time. </a:t>
            </a:r>
          </a:p>
          <a:p>
            <a:pPr marL="342900" indent="-342900">
              <a:lnSpc>
                <a:spcPct val="114000"/>
              </a:lnSpc>
              <a:buFont typeface="Wingdings" panose="05000000000000000000" pitchFamily="2" charset="2"/>
              <a:buChar char="§"/>
            </a:pPr>
            <a:r>
              <a:rPr lang="en-US" sz="2000" b="1" dirty="0">
                <a:solidFill>
                  <a:schemeClr val="tx1"/>
                </a:solidFill>
                <a:latin typeface="Bookman Old Style" panose="02050604050505020204" pitchFamily="18" charset="0"/>
              </a:rPr>
              <a:t>Example: </a:t>
            </a:r>
            <a:r>
              <a:rPr lang="en-US" sz="2000" dirty="0">
                <a:solidFill>
                  <a:schemeClr val="tx1"/>
                </a:solidFill>
                <a:latin typeface="Bookman Old Style" panose="02050604050505020204" pitchFamily="18" charset="0"/>
              </a:rPr>
              <a:t>Messaging and chat applications; Many messaging systems are persistent, and can tell us the delivery status.</a:t>
            </a:r>
          </a:p>
        </p:txBody>
      </p:sp>
      <p:pic>
        <p:nvPicPr>
          <p:cNvPr id="3" name="Picture 2">
            <a:extLst>
              <a:ext uri="{FF2B5EF4-FFF2-40B4-BE49-F238E27FC236}">
                <a16:creationId xmlns:a16="http://schemas.microsoft.com/office/drawing/2014/main" id="{FBE26DCB-B0A1-CAD0-7345-4ABF4A2B1133}"/>
              </a:ext>
            </a:extLst>
          </p:cNvPr>
          <p:cNvPicPr>
            <a:picLocks noChangeAspect="1"/>
          </p:cNvPicPr>
          <p:nvPr/>
        </p:nvPicPr>
        <p:blipFill rotWithShape="1">
          <a:blip r:embed="rId3"/>
          <a:srcRect l="42737"/>
          <a:stretch/>
        </p:blipFill>
        <p:spPr>
          <a:xfrm>
            <a:off x="2680854" y="3327826"/>
            <a:ext cx="6830291" cy="2914924"/>
          </a:xfrm>
          <a:prstGeom prst="rect">
            <a:avLst/>
          </a:prstGeom>
        </p:spPr>
      </p:pic>
    </p:spTree>
    <p:extLst>
      <p:ext uri="{BB962C8B-B14F-4D97-AF65-F5344CB8AC3E}">
        <p14:creationId xmlns:p14="http://schemas.microsoft.com/office/powerpoint/2010/main" val="2658204819"/>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kumimoji="0" lang="en-GB" sz="2800" b="0" i="0" u="none" strike="noStrike" kern="0" cap="none" spc="0" normalizeH="0" baseline="0" noProof="0" dirty="0">
                <a:ln>
                  <a:noFill/>
                </a:ln>
                <a:solidFill>
                  <a:srgbClr val="464653"/>
                </a:solidFill>
                <a:effectLst/>
                <a:uLnTx/>
                <a:uFillTx/>
                <a:latin typeface="Domine"/>
                <a:sym typeface="Domine"/>
              </a:rPr>
              <a:t>Combinations - </a:t>
            </a:r>
            <a:r>
              <a:rPr kumimoji="0" lang="en-GB" sz="2800" b="0" i="0" u="none" strike="noStrike" kern="0" cap="none" spc="0" normalizeH="0" baseline="0" noProof="0" dirty="0">
                <a:ln>
                  <a:noFill/>
                </a:ln>
                <a:solidFill>
                  <a:srgbClr val="FF0000"/>
                </a:solidFill>
                <a:effectLst/>
                <a:uLnTx/>
                <a:uFillTx/>
                <a:latin typeface="Domine"/>
                <a:sym typeface="Domine"/>
              </a:rPr>
              <a:t>Persistence and Synchronicity</a:t>
            </a:r>
            <a:endParaRPr lang="en-GB" sz="2800" dirty="0"/>
          </a:p>
        </p:txBody>
      </p:sp>
      <p:sp>
        <p:nvSpPr>
          <p:cNvPr id="117" name="Shape 117"/>
          <p:cNvSpPr txBox="1"/>
          <p:nvPr/>
        </p:nvSpPr>
        <p:spPr>
          <a:xfrm>
            <a:off x="542145" y="1127687"/>
            <a:ext cx="11372764" cy="1199876"/>
          </a:xfrm>
          <a:prstGeom prst="rect">
            <a:avLst/>
          </a:prstGeom>
          <a:noFill/>
          <a:ln>
            <a:noFill/>
          </a:ln>
        </p:spPr>
        <p:txBody>
          <a:bodyPr lIns="91425" tIns="45700" rIns="91425" bIns="45700" anchor="t" anchorCtr="0">
            <a:noAutofit/>
          </a:bodyPr>
          <a:lstStyle/>
          <a:p>
            <a:pPr marL="457200" indent="-457200">
              <a:lnSpc>
                <a:spcPct val="114000"/>
              </a:lnSpc>
              <a:buFont typeface="+mj-lt"/>
              <a:buAutoNum type="arabicPeriod" startAt="3"/>
            </a:pPr>
            <a:r>
              <a:rPr lang="en-US" sz="2000" b="1" dirty="0">
                <a:solidFill>
                  <a:schemeClr val="tx1"/>
                </a:solidFill>
                <a:latin typeface="Bookman Old Style" panose="02050604050505020204" pitchFamily="18" charset="0"/>
              </a:rPr>
              <a:t>Transient Asynchronous Communication: </a:t>
            </a:r>
            <a:r>
              <a:rPr lang="en-US" sz="2000" dirty="0">
                <a:solidFill>
                  <a:schemeClr val="tx1"/>
                </a:solidFill>
                <a:latin typeface="Bookman Old Style" panose="02050604050505020204" pitchFamily="18" charset="0"/>
              </a:rPr>
              <a:t>A sends the message and continues execution (nonblocking). B has to be running, because if it is not running the message will be discarded. Even if any router along the way is down, the message will be discarded.</a:t>
            </a:r>
          </a:p>
          <a:p>
            <a:pPr marL="342900" indent="-342900">
              <a:lnSpc>
                <a:spcPct val="114000"/>
              </a:lnSpc>
              <a:buFont typeface="Wingdings" panose="05000000000000000000" pitchFamily="2" charset="2"/>
              <a:buChar char="§"/>
            </a:pPr>
            <a:r>
              <a:rPr lang="en-US" sz="2000" b="1" dirty="0">
                <a:solidFill>
                  <a:schemeClr val="tx1"/>
                </a:solidFill>
                <a:latin typeface="Bookman Old Style" panose="02050604050505020204" pitchFamily="18" charset="0"/>
              </a:rPr>
              <a:t>Example: </a:t>
            </a:r>
            <a:r>
              <a:rPr lang="en-US" sz="2000" dirty="0">
                <a:solidFill>
                  <a:schemeClr val="tx1"/>
                </a:solidFill>
                <a:latin typeface="Bookman Old Style" panose="02050604050505020204" pitchFamily="18" charset="0"/>
              </a:rPr>
              <a:t>UDP</a:t>
            </a:r>
            <a:endParaRPr lang="en-US" sz="2000" b="1" dirty="0">
              <a:solidFill>
                <a:schemeClr val="tx1"/>
              </a:solidFill>
              <a:latin typeface="Bookman Old Style" panose="02050604050505020204" pitchFamily="18" charset="0"/>
            </a:endParaRPr>
          </a:p>
        </p:txBody>
      </p:sp>
      <p:pic>
        <p:nvPicPr>
          <p:cNvPr id="5" name="Picture 4">
            <a:extLst>
              <a:ext uri="{FF2B5EF4-FFF2-40B4-BE49-F238E27FC236}">
                <a16:creationId xmlns:a16="http://schemas.microsoft.com/office/drawing/2014/main" id="{7B5CCFB3-4E56-EEFE-BEEF-C2D8947C776F}"/>
              </a:ext>
            </a:extLst>
          </p:cNvPr>
          <p:cNvPicPr>
            <a:picLocks noChangeAspect="1"/>
          </p:cNvPicPr>
          <p:nvPr/>
        </p:nvPicPr>
        <p:blipFill>
          <a:blip r:embed="rId3"/>
          <a:stretch>
            <a:fillRect/>
          </a:stretch>
        </p:blipFill>
        <p:spPr>
          <a:xfrm>
            <a:off x="2539278" y="2988944"/>
            <a:ext cx="6798685" cy="3082987"/>
          </a:xfrm>
          <a:prstGeom prst="rect">
            <a:avLst/>
          </a:prstGeom>
        </p:spPr>
      </p:pic>
    </p:spTree>
    <p:extLst>
      <p:ext uri="{BB962C8B-B14F-4D97-AF65-F5344CB8AC3E}">
        <p14:creationId xmlns:p14="http://schemas.microsoft.com/office/powerpoint/2010/main" val="3060839503"/>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kumimoji="0" lang="en-GB" sz="2800" b="0" i="0" u="none" strike="noStrike" kern="0" cap="none" spc="0" normalizeH="0" baseline="0" noProof="0" dirty="0">
                <a:ln>
                  <a:noFill/>
                </a:ln>
                <a:solidFill>
                  <a:srgbClr val="464653"/>
                </a:solidFill>
                <a:effectLst/>
                <a:uLnTx/>
                <a:uFillTx/>
                <a:latin typeface="Domine"/>
                <a:sym typeface="Domine"/>
              </a:rPr>
              <a:t>Combinations - </a:t>
            </a:r>
            <a:r>
              <a:rPr kumimoji="0" lang="en-GB" sz="2800" b="0" i="0" u="none" strike="noStrike" kern="0" cap="none" spc="0" normalizeH="0" baseline="0" noProof="0" dirty="0">
                <a:ln>
                  <a:noFill/>
                </a:ln>
                <a:solidFill>
                  <a:srgbClr val="FF0000"/>
                </a:solidFill>
                <a:effectLst/>
                <a:uLnTx/>
                <a:uFillTx/>
                <a:latin typeface="Domine"/>
                <a:sym typeface="Domine"/>
              </a:rPr>
              <a:t>Persistence and Synchronicity</a:t>
            </a:r>
            <a:endParaRPr lang="en-GB" sz="2800" dirty="0"/>
          </a:p>
        </p:txBody>
      </p:sp>
      <p:sp>
        <p:nvSpPr>
          <p:cNvPr id="117" name="Shape 117"/>
          <p:cNvSpPr txBox="1"/>
          <p:nvPr/>
        </p:nvSpPr>
        <p:spPr>
          <a:xfrm>
            <a:off x="542145" y="1238524"/>
            <a:ext cx="11331200" cy="2190476"/>
          </a:xfrm>
          <a:prstGeom prst="rect">
            <a:avLst/>
          </a:prstGeom>
          <a:noFill/>
          <a:ln>
            <a:noFill/>
          </a:ln>
        </p:spPr>
        <p:txBody>
          <a:bodyPr lIns="91425" tIns="45700" rIns="91425" bIns="45700" anchor="t" anchorCtr="0">
            <a:noAutofit/>
          </a:bodyPr>
          <a:lstStyle/>
          <a:p>
            <a:pPr marL="457200" indent="-457200">
              <a:lnSpc>
                <a:spcPct val="114000"/>
              </a:lnSpc>
              <a:buFont typeface="+mj-lt"/>
              <a:buAutoNum type="arabicPeriod" startAt="4"/>
            </a:pPr>
            <a:r>
              <a:rPr lang="en-US" sz="2000" b="1" dirty="0">
                <a:solidFill>
                  <a:schemeClr val="tx1"/>
                </a:solidFill>
                <a:latin typeface="Bookman Old Style" panose="02050604050505020204" pitchFamily="18" charset="0"/>
              </a:rPr>
              <a:t>Transient Synchronous Communication</a:t>
            </a:r>
          </a:p>
          <a:p>
            <a:pPr marL="457200" indent="-457200">
              <a:lnSpc>
                <a:spcPct val="114000"/>
              </a:lnSpc>
              <a:buFont typeface="+mj-lt"/>
              <a:buAutoNum type="alphaLcParenR"/>
            </a:pPr>
            <a:r>
              <a:rPr lang="en-US" sz="2000" b="1" dirty="0">
                <a:solidFill>
                  <a:schemeClr val="tx1"/>
                </a:solidFill>
                <a:latin typeface="Bookman Old Style" panose="02050604050505020204" pitchFamily="18" charset="0"/>
              </a:rPr>
              <a:t>Receipt-based Transient Synchronous Communication: </a:t>
            </a:r>
            <a:r>
              <a:rPr lang="en-US" sz="2000" dirty="0">
                <a:solidFill>
                  <a:schemeClr val="tx1"/>
                </a:solidFill>
                <a:latin typeface="Bookman Old Style" panose="02050604050505020204" pitchFamily="18" charset="0"/>
              </a:rPr>
              <a:t>The acknowledgement sent back from the receiver indicates that the message has been received by the other end. The receiver might be working on some other process.</a:t>
            </a:r>
          </a:p>
          <a:p>
            <a:pPr marL="342900" indent="-342900">
              <a:lnSpc>
                <a:spcPct val="114000"/>
              </a:lnSpc>
              <a:buFont typeface="Wingdings" panose="05000000000000000000" pitchFamily="2" charset="2"/>
              <a:buChar char="§"/>
            </a:pPr>
            <a:r>
              <a:rPr lang="en-US" sz="2000" dirty="0">
                <a:solidFill>
                  <a:schemeClr val="tx1"/>
                </a:solidFill>
                <a:latin typeface="Bookman Old Style" panose="02050604050505020204" pitchFamily="18" charset="0"/>
              </a:rPr>
              <a:t>A’s message to B is blocking (synchronous) until an ack is received. This ack simply tells us that the message was received at the other end. It does not tell us anything about whether the process has started.</a:t>
            </a:r>
          </a:p>
          <a:p>
            <a:pPr marL="342900" indent="-342900">
              <a:lnSpc>
                <a:spcPct val="114000"/>
              </a:lnSpc>
              <a:buFont typeface="Wingdings" panose="05000000000000000000" pitchFamily="2" charset="2"/>
              <a:buChar char="§"/>
            </a:pPr>
            <a:endParaRPr lang="en-US" sz="2000" dirty="0">
              <a:solidFill>
                <a:schemeClr val="tx1"/>
              </a:solidFill>
              <a:latin typeface="Bookman Old Style" panose="02050604050505020204" pitchFamily="18" charset="0"/>
            </a:endParaRPr>
          </a:p>
          <a:p>
            <a:pPr marL="342900" indent="-342900">
              <a:lnSpc>
                <a:spcPct val="114000"/>
              </a:lnSpc>
              <a:buFont typeface="Wingdings" panose="05000000000000000000" pitchFamily="2" charset="2"/>
              <a:buChar char="§"/>
            </a:pPr>
            <a:endParaRPr lang="en-US" sz="2000" b="1" dirty="0">
              <a:solidFill>
                <a:schemeClr val="tx1"/>
              </a:solidFill>
              <a:latin typeface="Bookman Old Style" panose="02050604050505020204" pitchFamily="18" charset="0"/>
            </a:endParaRPr>
          </a:p>
        </p:txBody>
      </p:sp>
      <p:pic>
        <p:nvPicPr>
          <p:cNvPr id="5" name="Picture 4">
            <a:extLst>
              <a:ext uri="{FF2B5EF4-FFF2-40B4-BE49-F238E27FC236}">
                <a16:creationId xmlns:a16="http://schemas.microsoft.com/office/drawing/2014/main" id="{2CA71D1F-A903-0828-EF03-8F7DA6D8CC48}"/>
              </a:ext>
            </a:extLst>
          </p:cNvPr>
          <p:cNvPicPr>
            <a:picLocks noChangeAspect="1"/>
          </p:cNvPicPr>
          <p:nvPr/>
        </p:nvPicPr>
        <p:blipFill>
          <a:blip r:embed="rId3"/>
          <a:stretch>
            <a:fillRect/>
          </a:stretch>
        </p:blipFill>
        <p:spPr>
          <a:xfrm>
            <a:off x="2873914" y="3717593"/>
            <a:ext cx="5765309" cy="2913056"/>
          </a:xfrm>
          <a:prstGeom prst="rect">
            <a:avLst/>
          </a:prstGeom>
        </p:spPr>
      </p:pic>
    </p:spTree>
    <p:extLst>
      <p:ext uri="{BB962C8B-B14F-4D97-AF65-F5344CB8AC3E}">
        <p14:creationId xmlns:p14="http://schemas.microsoft.com/office/powerpoint/2010/main" val="3349946271"/>
      </p:ext>
    </p:extLst>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kumimoji="0" lang="en-GB" sz="2800" b="0" i="0" u="none" strike="noStrike" kern="0" cap="none" spc="0" normalizeH="0" baseline="0" noProof="0" dirty="0">
                <a:ln>
                  <a:noFill/>
                </a:ln>
                <a:solidFill>
                  <a:srgbClr val="464653"/>
                </a:solidFill>
                <a:effectLst/>
                <a:uLnTx/>
                <a:uFillTx/>
                <a:latin typeface="Domine"/>
                <a:sym typeface="Domine"/>
              </a:rPr>
              <a:t>Combinations - </a:t>
            </a:r>
            <a:r>
              <a:rPr kumimoji="0" lang="en-GB" sz="2800" b="0" i="0" u="none" strike="noStrike" kern="0" cap="none" spc="0" normalizeH="0" baseline="0" noProof="0" dirty="0">
                <a:ln>
                  <a:noFill/>
                </a:ln>
                <a:solidFill>
                  <a:srgbClr val="FF0000"/>
                </a:solidFill>
                <a:effectLst/>
                <a:uLnTx/>
                <a:uFillTx/>
                <a:latin typeface="Domine"/>
                <a:sym typeface="Domine"/>
              </a:rPr>
              <a:t>Persistence and Synchronicity</a:t>
            </a:r>
            <a:endParaRPr lang="en-GB" sz="2800" dirty="0"/>
          </a:p>
        </p:txBody>
      </p:sp>
      <p:sp>
        <p:nvSpPr>
          <p:cNvPr id="117" name="Shape 117"/>
          <p:cNvSpPr txBox="1"/>
          <p:nvPr/>
        </p:nvSpPr>
        <p:spPr>
          <a:xfrm>
            <a:off x="542145" y="1238524"/>
            <a:ext cx="11331200" cy="1546240"/>
          </a:xfrm>
          <a:prstGeom prst="rect">
            <a:avLst/>
          </a:prstGeom>
          <a:noFill/>
          <a:ln>
            <a:noFill/>
          </a:ln>
        </p:spPr>
        <p:txBody>
          <a:bodyPr lIns="91425" tIns="45700" rIns="91425" bIns="45700" anchor="t" anchorCtr="0">
            <a:noAutofit/>
          </a:bodyPr>
          <a:lstStyle/>
          <a:p>
            <a:pPr marL="457200" marR="0" lvl="0" indent="-457200" algn="l" defTabSz="914400" rtl="0" eaLnBrk="1" fontAlgn="auto" latinLnBrk="0" hangingPunct="1">
              <a:lnSpc>
                <a:spcPct val="114000"/>
              </a:lnSpc>
              <a:spcBef>
                <a:spcPts val="0"/>
              </a:spcBef>
              <a:spcAft>
                <a:spcPts val="0"/>
              </a:spcAft>
              <a:buClrTx/>
              <a:buSzTx/>
              <a:buFont typeface="+mj-lt"/>
              <a:buAutoNum type="arabicPeriod" startAt="4"/>
              <a:tabLst/>
              <a:defRPr/>
            </a:pPr>
            <a:r>
              <a:rPr kumimoji="0" lang="en-US" sz="2000" b="1" i="0" u="none" strike="noStrike" kern="0" cap="none" spc="0" normalizeH="0" baseline="0" noProof="0" dirty="0">
                <a:ln>
                  <a:noFill/>
                </a:ln>
                <a:solidFill>
                  <a:srgbClr val="000000"/>
                </a:solidFill>
                <a:effectLst/>
                <a:uLnTx/>
                <a:uFillTx/>
                <a:latin typeface="Bookman Old Style" panose="02050604050505020204" pitchFamily="18" charset="0"/>
                <a:cs typeface="Arial"/>
                <a:sym typeface="Arial"/>
              </a:rPr>
              <a:t>Transient Synchronous Communication</a:t>
            </a:r>
            <a:endParaRPr lang="en-US" sz="2000" b="1" dirty="0">
              <a:solidFill>
                <a:schemeClr val="tx1"/>
              </a:solidFill>
              <a:latin typeface="Bookman Old Style" panose="02050604050505020204" pitchFamily="18" charset="0"/>
            </a:endParaRPr>
          </a:p>
          <a:p>
            <a:pPr marL="457200" indent="-457200">
              <a:lnSpc>
                <a:spcPct val="114000"/>
              </a:lnSpc>
              <a:buFont typeface="+mj-lt"/>
              <a:buAutoNum type="alphaLcParenR" startAt="2"/>
            </a:pPr>
            <a:r>
              <a:rPr lang="en-US" sz="2000" b="1" dirty="0">
                <a:solidFill>
                  <a:schemeClr val="tx1"/>
                </a:solidFill>
                <a:latin typeface="Bookman Old Style" panose="02050604050505020204" pitchFamily="18" charset="0"/>
              </a:rPr>
              <a:t>Delivery-based transient synchronous communication: </a:t>
            </a:r>
            <a:r>
              <a:rPr lang="en-US" sz="2000" dirty="0">
                <a:solidFill>
                  <a:schemeClr val="tx1"/>
                </a:solidFill>
                <a:latin typeface="Bookman Old Style" panose="02050604050505020204" pitchFamily="18" charset="0"/>
              </a:rPr>
              <a:t>The acknowledgement comes back to the sender when the other end actually takes control of the message. </a:t>
            </a:r>
          </a:p>
          <a:p>
            <a:pPr marL="342900" indent="-342900">
              <a:lnSpc>
                <a:spcPct val="114000"/>
              </a:lnSpc>
              <a:buFont typeface="Wingdings" panose="05000000000000000000" pitchFamily="2" charset="2"/>
              <a:buChar char="§"/>
            </a:pPr>
            <a:r>
              <a:rPr lang="en-US" sz="2000" dirty="0">
                <a:solidFill>
                  <a:schemeClr val="tx1"/>
                </a:solidFill>
                <a:latin typeface="Bookman Old Style" panose="02050604050505020204" pitchFamily="18" charset="0"/>
              </a:rPr>
              <a:t>A will resume running when B takes the delivery of the message. The ack comes a little bit later than the previous method. </a:t>
            </a:r>
          </a:p>
          <a:p>
            <a:pPr marL="342900" indent="-342900">
              <a:lnSpc>
                <a:spcPct val="114000"/>
              </a:lnSpc>
              <a:buFont typeface="Wingdings" panose="05000000000000000000" pitchFamily="2" charset="2"/>
              <a:buChar char="§"/>
            </a:pPr>
            <a:r>
              <a:rPr lang="en-US" sz="2000" b="1" dirty="0">
                <a:solidFill>
                  <a:schemeClr val="tx1"/>
                </a:solidFill>
                <a:latin typeface="Bookman Old Style" panose="02050604050505020204" pitchFamily="18" charset="0"/>
              </a:rPr>
              <a:t>Example: </a:t>
            </a:r>
            <a:r>
              <a:rPr lang="en-US" sz="2000" dirty="0">
                <a:solidFill>
                  <a:schemeClr val="tx1"/>
                </a:solidFill>
                <a:latin typeface="Bookman Old Style" panose="02050604050505020204" pitchFamily="18" charset="0"/>
              </a:rPr>
              <a:t>Asynchronous RPC</a:t>
            </a:r>
          </a:p>
        </p:txBody>
      </p:sp>
      <p:pic>
        <p:nvPicPr>
          <p:cNvPr id="7" name="Picture 6">
            <a:extLst>
              <a:ext uri="{FF2B5EF4-FFF2-40B4-BE49-F238E27FC236}">
                <a16:creationId xmlns:a16="http://schemas.microsoft.com/office/drawing/2014/main" id="{291CC449-4E78-121A-2C85-0CE2A46EBE24}"/>
              </a:ext>
            </a:extLst>
          </p:cNvPr>
          <p:cNvPicPr>
            <a:picLocks noChangeAspect="1"/>
          </p:cNvPicPr>
          <p:nvPr/>
        </p:nvPicPr>
        <p:blipFill rotWithShape="1">
          <a:blip r:embed="rId3"/>
          <a:srcRect r="53858"/>
          <a:stretch/>
        </p:blipFill>
        <p:spPr>
          <a:xfrm>
            <a:off x="2769704" y="3429000"/>
            <a:ext cx="6718853" cy="2958548"/>
          </a:xfrm>
          <a:prstGeom prst="rect">
            <a:avLst/>
          </a:prstGeom>
        </p:spPr>
      </p:pic>
    </p:spTree>
    <p:extLst>
      <p:ext uri="{BB962C8B-B14F-4D97-AF65-F5344CB8AC3E}">
        <p14:creationId xmlns:p14="http://schemas.microsoft.com/office/powerpoint/2010/main" val="1548797200"/>
      </p:ext>
    </p:extLst>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6" name="Picture 5">
            <a:extLst>
              <a:ext uri="{FF2B5EF4-FFF2-40B4-BE49-F238E27FC236}">
                <a16:creationId xmlns:a16="http://schemas.microsoft.com/office/drawing/2014/main" id="{552100EF-2C1E-BBFD-A559-3F7351A7FEF5}"/>
              </a:ext>
            </a:extLst>
          </p:cNvPr>
          <p:cNvPicPr>
            <a:picLocks noChangeAspect="1"/>
          </p:cNvPicPr>
          <p:nvPr/>
        </p:nvPicPr>
        <p:blipFill rotWithShape="1">
          <a:blip r:embed="rId3"/>
          <a:srcRect l="50464"/>
          <a:stretch/>
        </p:blipFill>
        <p:spPr>
          <a:xfrm>
            <a:off x="3194381" y="3567545"/>
            <a:ext cx="6026727" cy="2786113"/>
          </a:xfrm>
          <a:prstGeom prst="rect">
            <a:avLst/>
          </a:prstGeom>
        </p:spPr>
      </p:pic>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kumimoji="0" lang="en-GB" sz="2800" b="0" i="0" u="none" strike="noStrike" kern="0" cap="none" spc="0" normalizeH="0" baseline="0" noProof="0" dirty="0">
                <a:ln>
                  <a:noFill/>
                </a:ln>
                <a:solidFill>
                  <a:srgbClr val="464653"/>
                </a:solidFill>
                <a:effectLst/>
                <a:uLnTx/>
                <a:uFillTx/>
                <a:latin typeface="Domine"/>
                <a:sym typeface="Domine"/>
              </a:rPr>
              <a:t>Combinations - </a:t>
            </a:r>
            <a:r>
              <a:rPr kumimoji="0" lang="en-GB" sz="2800" b="0" i="0" u="none" strike="noStrike" kern="0" cap="none" spc="0" normalizeH="0" baseline="0" noProof="0" dirty="0">
                <a:ln>
                  <a:noFill/>
                </a:ln>
                <a:solidFill>
                  <a:srgbClr val="FF0000"/>
                </a:solidFill>
                <a:effectLst/>
                <a:uLnTx/>
                <a:uFillTx/>
                <a:latin typeface="Domine"/>
                <a:sym typeface="Domine"/>
              </a:rPr>
              <a:t>Persistence and Synchronicity</a:t>
            </a:r>
            <a:endParaRPr lang="en-GB" sz="2800" dirty="0"/>
          </a:p>
        </p:txBody>
      </p:sp>
      <p:sp>
        <p:nvSpPr>
          <p:cNvPr id="117" name="Shape 117"/>
          <p:cNvSpPr txBox="1"/>
          <p:nvPr/>
        </p:nvSpPr>
        <p:spPr>
          <a:xfrm>
            <a:off x="542145" y="1238524"/>
            <a:ext cx="11331200" cy="2488349"/>
          </a:xfrm>
          <a:prstGeom prst="rect">
            <a:avLst/>
          </a:prstGeom>
          <a:noFill/>
          <a:ln>
            <a:noFill/>
          </a:ln>
        </p:spPr>
        <p:txBody>
          <a:bodyPr lIns="91425" tIns="45700" rIns="91425" bIns="45700" anchor="t" anchorCtr="0">
            <a:noAutofit/>
          </a:bodyPr>
          <a:lstStyle/>
          <a:p>
            <a:pPr marL="457200" marR="0" lvl="0" indent="-457200" algn="l" defTabSz="914400" rtl="0" eaLnBrk="1" fontAlgn="auto" latinLnBrk="0" hangingPunct="1">
              <a:lnSpc>
                <a:spcPct val="114000"/>
              </a:lnSpc>
              <a:spcBef>
                <a:spcPts val="0"/>
              </a:spcBef>
              <a:spcAft>
                <a:spcPts val="0"/>
              </a:spcAft>
              <a:buClrTx/>
              <a:buSzTx/>
              <a:buFont typeface="+mj-lt"/>
              <a:buAutoNum type="arabicPeriod" startAt="4"/>
              <a:tabLst/>
              <a:defRPr/>
            </a:pPr>
            <a:r>
              <a:rPr kumimoji="0" lang="en-US" sz="2000" b="1" i="0" u="none" strike="noStrike" kern="0" cap="none" spc="0" normalizeH="0" baseline="0" noProof="0" dirty="0">
                <a:ln>
                  <a:noFill/>
                </a:ln>
                <a:solidFill>
                  <a:srgbClr val="000000"/>
                </a:solidFill>
                <a:effectLst/>
                <a:uLnTx/>
                <a:uFillTx/>
                <a:latin typeface="Bookman Old Style" panose="02050604050505020204" pitchFamily="18" charset="0"/>
                <a:cs typeface="Arial"/>
                <a:sym typeface="Arial"/>
              </a:rPr>
              <a:t>Transient Synchronous Communication</a:t>
            </a:r>
            <a:endParaRPr lang="en-US" sz="2000" b="1" dirty="0">
              <a:solidFill>
                <a:schemeClr val="tx1"/>
              </a:solidFill>
              <a:latin typeface="Bookman Old Style" panose="02050604050505020204" pitchFamily="18" charset="0"/>
            </a:endParaRPr>
          </a:p>
          <a:p>
            <a:pPr marL="457200" indent="-457200">
              <a:lnSpc>
                <a:spcPct val="114000"/>
              </a:lnSpc>
              <a:buFont typeface="+mj-lt"/>
              <a:buAutoNum type="alphaLcParenR" startAt="3"/>
            </a:pPr>
            <a:r>
              <a:rPr lang="en-US" sz="2000" b="1" dirty="0">
                <a:solidFill>
                  <a:schemeClr val="tx1"/>
                </a:solidFill>
                <a:latin typeface="Bookman Old Style" panose="02050604050505020204" pitchFamily="18" charset="0"/>
              </a:rPr>
              <a:t>Response-based transient synchronous communication: </a:t>
            </a:r>
            <a:r>
              <a:rPr lang="en-US" sz="2000" dirty="0">
                <a:solidFill>
                  <a:schemeClr val="tx1"/>
                </a:solidFill>
                <a:latin typeface="Bookman Old Style" panose="02050604050505020204" pitchFamily="18" charset="0"/>
              </a:rPr>
              <a:t>The sender blocks until the receiver processes the request and sends back a response.</a:t>
            </a:r>
          </a:p>
          <a:p>
            <a:pPr marL="342900" indent="-342900">
              <a:lnSpc>
                <a:spcPct val="114000"/>
              </a:lnSpc>
              <a:buFont typeface="Wingdings" panose="05000000000000000000" pitchFamily="2" charset="2"/>
              <a:buChar char="§"/>
            </a:pPr>
            <a:r>
              <a:rPr lang="en-US" sz="2000" dirty="0">
                <a:solidFill>
                  <a:schemeClr val="tx1"/>
                </a:solidFill>
                <a:latin typeface="Bookman Old Style" panose="02050604050505020204" pitchFamily="18" charset="0"/>
              </a:rPr>
              <a:t>A resumes execution upon receiving a response. That is, not only has the message been delivered, but it has been processed and the ack comes back in the form of a reply. </a:t>
            </a:r>
          </a:p>
          <a:p>
            <a:pPr marL="342900" indent="-342900">
              <a:lnSpc>
                <a:spcPct val="114000"/>
              </a:lnSpc>
              <a:buFont typeface="Wingdings" panose="05000000000000000000" pitchFamily="2" charset="2"/>
              <a:buChar char="§"/>
            </a:pPr>
            <a:r>
              <a:rPr lang="en-US" sz="2000" b="1" dirty="0">
                <a:solidFill>
                  <a:schemeClr val="tx1"/>
                </a:solidFill>
                <a:latin typeface="Bookman Old Style" panose="02050604050505020204" pitchFamily="18" charset="0"/>
              </a:rPr>
              <a:t>Example: </a:t>
            </a:r>
            <a:r>
              <a:rPr lang="en-US" sz="2000" dirty="0">
                <a:solidFill>
                  <a:schemeClr val="tx1"/>
                </a:solidFill>
                <a:latin typeface="Bookman Old Style" panose="02050604050505020204" pitchFamily="18" charset="0"/>
              </a:rPr>
              <a:t>Traditional RPC</a:t>
            </a:r>
          </a:p>
          <a:p>
            <a:pPr marL="342900" indent="-342900">
              <a:lnSpc>
                <a:spcPct val="114000"/>
              </a:lnSpc>
              <a:buFont typeface="Wingdings" panose="05000000000000000000" pitchFamily="2" charset="2"/>
              <a:buChar char="§"/>
            </a:pPr>
            <a:endParaRPr lang="en-US" sz="2000" b="1" dirty="0">
              <a:solidFill>
                <a:schemeClr val="tx1"/>
              </a:solidFill>
              <a:latin typeface="Bookman Old Style" panose="02050604050505020204" pitchFamily="18" charset="0"/>
            </a:endParaRPr>
          </a:p>
        </p:txBody>
      </p:sp>
    </p:spTree>
    <p:extLst>
      <p:ext uri="{BB962C8B-B14F-4D97-AF65-F5344CB8AC3E}">
        <p14:creationId xmlns:p14="http://schemas.microsoft.com/office/powerpoint/2010/main" val="664691647"/>
      </p:ext>
    </p:extLst>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kumimoji="0" lang="en-GB" sz="2800" b="0" i="0" u="none" strike="noStrike" kern="0" cap="none" spc="0" normalizeH="0" baseline="0" noProof="0" dirty="0">
                <a:ln>
                  <a:noFill/>
                </a:ln>
                <a:solidFill>
                  <a:srgbClr val="464653"/>
                </a:solidFill>
                <a:effectLst/>
                <a:uLnTx/>
                <a:uFillTx/>
                <a:latin typeface="Domine"/>
                <a:sym typeface="Domine"/>
              </a:rPr>
              <a:t>Combinations - </a:t>
            </a:r>
            <a:r>
              <a:rPr kumimoji="0" lang="en-GB" sz="2800" b="0" i="0" u="none" strike="noStrike" kern="0" cap="none" spc="0" normalizeH="0" baseline="0" noProof="0" dirty="0">
                <a:ln>
                  <a:noFill/>
                </a:ln>
                <a:solidFill>
                  <a:srgbClr val="FF0000"/>
                </a:solidFill>
                <a:effectLst/>
                <a:uLnTx/>
                <a:uFillTx/>
                <a:latin typeface="Domine"/>
                <a:sym typeface="Domine"/>
              </a:rPr>
              <a:t>Persistence and Synchronicity</a:t>
            </a:r>
            <a:endParaRPr lang="en-GB" sz="2800" dirty="0"/>
          </a:p>
        </p:txBody>
      </p:sp>
      <p:pic>
        <p:nvPicPr>
          <p:cNvPr id="5" name="Picture 4">
            <a:extLst>
              <a:ext uri="{FF2B5EF4-FFF2-40B4-BE49-F238E27FC236}">
                <a16:creationId xmlns:a16="http://schemas.microsoft.com/office/drawing/2014/main" id="{1D0E13D1-2E3B-4099-311F-B08E0848F083}"/>
              </a:ext>
            </a:extLst>
          </p:cNvPr>
          <p:cNvPicPr>
            <a:picLocks noChangeAspect="1"/>
          </p:cNvPicPr>
          <p:nvPr/>
        </p:nvPicPr>
        <p:blipFill>
          <a:blip r:embed="rId3"/>
          <a:stretch>
            <a:fillRect/>
          </a:stretch>
        </p:blipFill>
        <p:spPr>
          <a:xfrm>
            <a:off x="1421043" y="1653020"/>
            <a:ext cx="9814994" cy="4090589"/>
          </a:xfrm>
          <a:prstGeom prst="rect">
            <a:avLst/>
          </a:prstGeom>
        </p:spPr>
      </p:pic>
    </p:spTree>
    <p:extLst>
      <p:ext uri="{BB962C8B-B14F-4D97-AF65-F5344CB8AC3E}">
        <p14:creationId xmlns:p14="http://schemas.microsoft.com/office/powerpoint/2010/main" val="1561478748"/>
      </p:ext>
    </p:extLst>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Communication Abstractions</a:t>
            </a:r>
          </a:p>
        </p:txBody>
      </p:sp>
      <p:sp>
        <p:nvSpPr>
          <p:cNvPr id="117" name="Shape 117"/>
          <p:cNvSpPr txBox="1"/>
          <p:nvPr/>
        </p:nvSpPr>
        <p:spPr>
          <a:xfrm>
            <a:off x="678872" y="1238524"/>
            <a:ext cx="10363201" cy="3943078"/>
          </a:xfrm>
          <a:prstGeom prst="rect">
            <a:avLst/>
          </a:prstGeom>
          <a:noFill/>
          <a:ln>
            <a:noFill/>
          </a:ln>
        </p:spPr>
        <p:txBody>
          <a:bodyPr lIns="91425" tIns="45700" rIns="91425" bIns="45700" anchor="t" anchorCtr="0">
            <a:noAutofit/>
          </a:bodyPr>
          <a:lstStyle/>
          <a:p>
            <a:pPr marL="342900" indent="-342900">
              <a:lnSpc>
                <a:spcPct val="114000"/>
              </a:lnSpc>
              <a:buFont typeface="Wingdings" panose="05000000000000000000" pitchFamily="2" charset="2"/>
              <a:buChar char="§"/>
            </a:pPr>
            <a:r>
              <a:rPr lang="en-US" sz="2000" dirty="0">
                <a:solidFill>
                  <a:srgbClr val="0070C0"/>
                </a:solidFill>
                <a:latin typeface="Bookman Old Style" panose="02050604050505020204" pitchFamily="18" charset="0"/>
              </a:rPr>
              <a:t>Abstractions above simple message passing make communication easier for the programmer writing distributed applications</a:t>
            </a:r>
          </a:p>
          <a:p>
            <a:pPr marL="342900" indent="-342900">
              <a:lnSpc>
                <a:spcPct val="114000"/>
              </a:lnSpc>
              <a:buFont typeface="Wingdings" panose="05000000000000000000" pitchFamily="2" charset="2"/>
              <a:buChar char="§"/>
            </a:pPr>
            <a:r>
              <a:rPr lang="en-US" sz="2000" dirty="0">
                <a:solidFill>
                  <a:schemeClr val="tx1"/>
                </a:solidFill>
                <a:latin typeface="Bookman Old Style" panose="02050604050505020204" pitchFamily="18" charset="0"/>
              </a:rPr>
              <a:t>Like higher level programming languages make programming easier by providing abstractions above assembly language</a:t>
            </a:r>
          </a:p>
          <a:p>
            <a:pPr marL="342900" indent="-342900">
              <a:lnSpc>
                <a:spcPct val="114000"/>
              </a:lnSpc>
              <a:buFont typeface="Wingdings" panose="05000000000000000000" pitchFamily="2" charset="2"/>
              <a:buChar char="§"/>
            </a:pPr>
            <a:r>
              <a:rPr lang="en-US" sz="2000" dirty="0">
                <a:solidFill>
                  <a:schemeClr val="tx1"/>
                </a:solidFill>
                <a:latin typeface="Bookman Old Style" panose="02050604050505020204" pitchFamily="18" charset="0"/>
              </a:rPr>
              <a:t>Abstractions used as core foundations of most </a:t>
            </a:r>
            <a:r>
              <a:rPr lang="en-US" sz="2000" dirty="0">
                <a:solidFill>
                  <a:srgbClr val="FF0000"/>
                </a:solidFill>
                <a:latin typeface="Bookman Old Style" panose="02050604050505020204" pitchFamily="18" charset="0"/>
              </a:rPr>
              <a:t>middleware systems</a:t>
            </a:r>
            <a:r>
              <a:rPr lang="en-US" sz="2000" dirty="0">
                <a:solidFill>
                  <a:schemeClr val="tx1"/>
                </a:solidFill>
                <a:latin typeface="Bookman Old Style" panose="02050604050505020204" pitchFamily="18" charset="0"/>
              </a:rPr>
              <a:t>.</a:t>
            </a:r>
          </a:p>
          <a:p>
            <a:pPr marL="342900" indent="-342900">
              <a:lnSpc>
                <a:spcPct val="114000"/>
              </a:lnSpc>
              <a:buFont typeface="Wingdings" panose="05000000000000000000" pitchFamily="2" charset="2"/>
              <a:buChar char="§"/>
            </a:pPr>
            <a:r>
              <a:rPr lang="en-US" sz="2000" b="1" dirty="0">
                <a:solidFill>
                  <a:schemeClr val="tx1"/>
                </a:solidFill>
                <a:latin typeface="Bookman Old Style" panose="02050604050505020204" pitchFamily="18" charset="0"/>
              </a:rPr>
              <a:t>Provided by higher level APIs</a:t>
            </a:r>
          </a:p>
          <a:p>
            <a:pPr>
              <a:lnSpc>
                <a:spcPct val="114000"/>
              </a:lnSpc>
            </a:pPr>
            <a:r>
              <a:rPr lang="en-US" sz="2000" dirty="0">
                <a:solidFill>
                  <a:schemeClr val="tx1"/>
                </a:solidFill>
                <a:latin typeface="Bookman Old Style" panose="02050604050505020204" pitchFamily="18" charset="0"/>
              </a:rPr>
              <a:t>	</a:t>
            </a:r>
            <a:r>
              <a:rPr lang="en-US" sz="2000" dirty="0">
                <a:solidFill>
                  <a:schemeClr val="tx1"/>
                </a:solidFill>
                <a:latin typeface="Bookman Old Style" panose="02050604050505020204" pitchFamily="18" charset="0"/>
                <a:sym typeface="Wingdings" panose="05000000000000000000" pitchFamily="2" charset="2"/>
              </a:rPr>
              <a:t></a:t>
            </a:r>
            <a:r>
              <a:rPr lang="en-US" sz="2000" dirty="0">
                <a:solidFill>
                  <a:schemeClr val="tx1"/>
                </a:solidFill>
                <a:latin typeface="Bookman Old Style" panose="02050604050505020204" pitchFamily="18" charset="0"/>
              </a:rPr>
              <a:t> Message-Oriented Communication</a:t>
            </a:r>
          </a:p>
          <a:p>
            <a:pPr>
              <a:lnSpc>
                <a:spcPct val="114000"/>
              </a:lnSpc>
            </a:pPr>
            <a:r>
              <a:rPr lang="en-US" sz="2000" dirty="0">
                <a:solidFill>
                  <a:schemeClr val="tx1"/>
                </a:solidFill>
                <a:latin typeface="Bookman Old Style" panose="02050604050505020204" pitchFamily="18" charset="0"/>
              </a:rPr>
              <a:t>	⇒ Provided by message-oriented middleware (MOM)</a:t>
            </a:r>
          </a:p>
          <a:p>
            <a:pPr>
              <a:lnSpc>
                <a:spcPct val="114000"/>
              </a:lnSpc>
            </a:pPr>
            <a:r>
              <a:rPr lang="en-US" sz="2000" dirty="0">
                <a:solidFill>
                  <a:schemeClr val="tx1"/>
                </a:solidFill>
                <a:latin typeface="Bookman Old Style" panose="02050604050505020204" pitchFamily="18" charset="0"/>
              </a:rPr>
              <a:t>	⇒ </a:t>
            </a:r>
            <a:r>
              <a:rPr lang="en-US" sz="2000" dirty="0">
                <a:solidFill>
                  <a:srgbClr val="FF0000"/>
                </a:solidFill>
                <a:latin typeface="Bookman Old Style" panose="02050604050505020204" pitchFamily="18" charset="0"/>
              </a:rPr>
              <a:t>Example of MOM : </a:t>
            </a:r>
            <a:r>
              <a:rPr lang="en-US" sz="2000" dirty="0">
                <a:solidFill>
                  <a:schemeClr val="tx1"/>
                </a:solidFill>
                <a:latin typeface="Bookman Old Style" panose="02050604050505020204" pitchFamily="18" charset="0"/>
              </a:rPr>
              <a:t>Request-Reply, Remote Procedure Call (RPC) &amp; 	Remote Method Invocation (RMI)</a:t>
            </a:r>
          </a:p>
          <a:p>
            <a:pPr>
              <a:lnSpc>
                <a:spcPct val="114000"/>
              </a:lnSpc>
            </a:pPr>
            <a:r>
              <a:rPr lang="en-US" sz="2000" dirty="0">
                <a:solidFill>
                  <a:schemeClr val="tx1"/>
                </a:solidFill>
                <a:latin typeface="Bookman Old Style" panose="02050604050505020204" pitchFamily="18" charset="0"/>
              </a:rPr>
              <a:t>	</a:t>
            </a:r>
            <a:r>
              <a:rPr lang="en-US" sz="2000" dirty="0">
                <a:solidFill>
                  <a:schemeClr val="tx1"/>
                </a:solidFill>
                <a:latin typeface="Bookman Old Style" panose="02050604050505020204" pitchFamily="18" charset="0"/>
                <a:sym typeface="Wingdings" panose="05000000000000000000" pitchFamily="2" charset="2"/>
              </a:rPr>
              <a:t> </a:t>
            </a:r>
            <a:r>
              <a:rPr lang="en-US" sz="2000" dirty="0">
                <a:solidFill>
                  <a:schemeClr val="tx1"/>
                </a:solidFill>
                <a:latin typeface="Bookman Old Style" panose="02050604050505020204" pitchFamily="18" charset="0"/>
              </a:rPr>
              <a:t>Group Communication</a:t>
            </a:r>
          </a:p>
          <a:p>
            <a:pPr>
              <a:lnSpc>
                <a:spcPct val="114000"/>
              </a:lnSpc>
            </a:pPr>
            <a:r>
              <a:rPr lang="en-US" sz="2000" dirty="0">
                <a:solidFill>
                  <a:schemeClr val="tx1"/>
                </a:solidFill>
                <a:latin typeface="Bookman Old Style" panose="02050604050505020204" pitchFamily="18" charset="0"/>
              </a:rPr>
              <a:t>	</a:t>
            </a:r>
            <a:r>
              <a:rPr lang="en-US" sz="2000" dirty="0">
                <a:solidFill>
                  <a:schemeClr val="tx1"/>
                </a:solidFill>
                <a:latin typeface="Bookman Old Style" panose="02050604050505020204" pitchFamily="18" charset="0"/>
                <a:sym typeface="Wingdings" panose="05000000000000000000" pitchFamily="2" charset="2"/>
              </a:rPr>
              <a:t></a:t>
            </a:r>
            <a:r>
              <a:rPr lang="en-US" sz="2000" dirty="0">
                <a:solidFill>
                  <a:schemeClr val="tx1"/>
                </a:solidFill>
                <a:latin typeface="Bookman Old Style" panose="02050604050505020204" pitchFamily="18" charset="0"/>
              </a:rPr>
              <a:t> Event-based Communication</a:t>
            </a:r>
          </a:p>
          <a:p>
            <a:pPr>
              <a:lnSpc>
                <a:spcPct val="114000"/>
              </a:lnSpc>
            </a:pPr>
            <a:r>
              <a:rPr lang="en-US" sz="2000" dirty="0">
                <a:solidFill>
                  <a:schemeClr val="tx1"/>
                </a:solidFill>
                <a:latin typeface="Bookman Old Style" panose="02050604050505020204" pitchFamily="18" charset="0"/>
              </a:rPr>
              <a:t>	</a:t>
            </a:r>
            <a:r>
              <a:rPr lang="en-US" sz="2000" dirty="0">
                <a:solidFill>
                  <a:schemeClr val="tx1"/>
                </a:solidFill>
                <a:latin typeface="Bookman Old Style" panose="02050604050505020204" pitchFamily="18" charset="0"/>
                <a:sym typeface="Wingdings" panose="05000000000000000000" pitchFamily="2" charset="2"/>
              </a:rPr>
              <a:t></a:t>
            </a:r>
            <a:r>
              <a:rPr lang="en-US" sz="2000" dirty="0">
                <a:solidFill>
                  <a:schemeClr val="tx1"/>
                </a:solidFill>
                <a:latin typeface="Bookman Old Style" panose="02050604050505020204" pitchFamily="18" charset="0"/>
              </a:rPr>
              <a:t> Shared Space	</a:t>
            </a:r>
          </a:p>
        </p:txBody>
      </p:sp>
    </p:spTree>
    <p:extLst>
      <p:ext uri="{BB962C8B-B14F-4D97-AF65-F5344CB8AC3E}">
        <p14:creationId xmlns:p14="http://schemas.microsoft.com/office/powerpoint/2010/main" val="3255222980"/>
      </p:ext>
    </p:extLst>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1. Message-Oriented Communication</a:t>
            </a:r>
          </a:p>
        </p:txBody>
      </p:sp>
      <p:sp>
        <p:nvSpPr>
          <p:cNvPr id="117" name="Shape 117"/>
          <p:cNvSpPr txBox="1"/>
          <p:nvPr/>
        </p:nvSpPr>
        <p:spPr>
          <a:xfrm>
            <a:off x="542145" y="1238523"/>
            <a:ext cx="11220364" cy="5079149"/>
          </a:xfrm>
          <a:prstGeom prst="rect">
            <a:avLst/>
          </a:prstGeom>
          <a:noFill/>
          <a:ln>
            <a:noFill/>
          </a:ln>
        </p:spPr>
        <p:txBody>
          <a:bodyPr lIns="91425" tIns="45700" rIns="91425" bIns="45700" anchor="t" anchorCtr="0">
            <a:noAutofit/>
          </a:bodyPr>
          <a:lstStyle/>
          <a:p>
            <a:pPr marL="342900" indent="-342900">
              <a:lnSpc>
                <a:spcPct val="114000"/>
              </a:lnSpc>
              <a:buFont typeface="Wingdings" panose="05000000000000000000" pitchFamily="2" charset="2"/>
              <a:buChar char="§"/>
            </a:pPr>
            <a:r>
              <a:rPr lang="en-US" sz="2000" dirty="0">
                <a:solidFill>
                  <a:srgbClr val="0070C0"/>
                </a:solidFill>
                <a:latin typeface="Bookman Old Style" panose="02050604050505020204" pitchFamily="18" charset="0"/>
              </a:rPr>
              <a:t>Its goal is to make the use of flexible message passing easier.</a:t>
            </a:r>
            <a:endParaRPr lang="en-US" sz="2000" dirty="0">
              <a:solidFill>
                <a:schemeClr val="tx1"/>
              </a:solidFill>
              <a:latin typeface="Bookman Old Style" panose="02050604050505020204" pitchFamily="18" charset="0"/>
            </a:endParaRPr>
          </a:p>
          <a:p>
            <a:pPr marL="342900" indent="-342900">
              <a:lnSpc>
                <a:spcPct val="114000"/>
              </a:lnSpc>
              <a:buFont typeface="Wingdings" panose="05000000000000000000" pitchFamily="2" charset="2"/>
              <a:buChar char="§"/>
            </a:pPr>
            <a:r>
              <a:rPr lang="en-US" sz="2000" dirty="0">
                <a:solidFill>
                  <a:schemeClr val="tx1"/>
                </a:solidFill>
                <a:latin typeface="Bookman Old Style" panose="02050604050505020204" pitchFamily="18" charset="0"/>
              </a:rPr>
              <a:t>Traditional send()/receive() provides:</a:t>
            </a:r>
          </a:p>
          <a:p>
            <a:pPr>
              <a:lnSpc>
                <a:spcPct val="114000"/>
              </a:lnSpc>
            </a:pPr>
            <a:r>
              <a:rPr lang="en-US" sz="2000" dirty="0">
                <a:solidFill>
                  <a:schemeClr val="tx1"/>
                </a:solidFill>
                <a:latin typeface="Bookman Old Style" panose="02050604050505020204" pitchFamily="18" charset="0"/>
              </a:rPr>
              <a:t>	⇒ Asynchronous and Synchronous communication</a:t>
            </a:r>
          </a:p>
          <a:p>
            <a:pPr>
              <a:lnSpc>
                <a:spcPct val="114000"/>
              </a:lnSpc>
            </a:pPr>
            <a:r>
              <a:rPr lang="en-US" sz="2000" dirty="0">
                <a:solidFill>
                  <a:schemeClr val="tx1"/>
                </a:solidFill>
                <a:latin typeface="Bookman Old Style" panose="02050604050505020204" pitchFamily="18" charset="0"/>
              </a:rPr>
              <a:t>	⇒ Transient communication</a:t>
            </a:r>
          </a:p>
          <a:p>
            <a:pPr>
              <a:lnSpc>
                <a:spcPct val="114000"/>
              </a:lnSpc>
            </a:pPr>
            <a:endParaRPr lang="en-US" sz="2000" b="1" dirty="0">
              <a:solidFill>
                <a:schemeClr val="tx1"/>
              </a:solidFill>
              <a:latin typeface="Bookman Old Style" panose="02050604050505020204" pitchFamily="18" charset="0"/>
            </a:endParaRPr>
          </a:p>
          <a:p>
            <a:pPr marL="342900" indent="-342900">
              <a:lnSpc>
                <a:spcPct val="114000"/>
              </a:lnSpc>
              <a:buFont typeface="Wingdings" panose="05000000000000000000" pitchFamily="2" charset="2"/>
              <a:buChar char="§"/>
            </a:pPr>
            <a:r>
              <a:rPr lang="en-US" sz="2000" dirty="0">
                <a:solidFill>
                  <a:srgbClr val="FF0000"/>
                </a:solidFill>
                <a:latin typeface="Bookman Old Style" panose="02050604050505020204" pitchFamily="18" charset="0"/>
              </a:rPr>
              <a:t>What more does it provide than send()/receive()?</a:t>
            </a:r>
          </a:p>
          <a:p>
            <a:pPr>
              <a:lnSpc>
                <a:spcPct val="114000"/>
              </a:lnSpc>
            </a:pPr>
            <a:r>
              <a:rPr lang="en-US" sz="2000" dirty="0">
                <a:solidFill>
                  <a:schemeClr val="tx1"/>
                </a:solidFill>
                <a:latin typeface="Bookman Old Style" panose="02050604050505020204" pitchFamily="18" charset="0"/>
              </a:rPr>
              <a:t>	⇒ Persistent communication (Message queues)</a:t>
            </a:r>
          </a:p>
          <a:p>
            <a:pPr>
              <a:lnSpc>
                <a:spcPct val="114000"/>
              </a:lnSpc>
            </a:pPr>
            <a:r>
              <a:rPr lang="en-US" sz="2000" dirty="0">
                <a:solidFill>
                  <a:schemeClr val="tx1"/>
                </a:solidFill>
                <a:latin typeface="Bookman Old Style" panose="02050604050505020204" pitchFamily="18" charset="0"/>
              </a:rPr>
              <a:t>	⇒ Hides implementation details</a:t>
            </a:r>
          </a:p>
          <a:p>
            <a:pPr>
              <a:lnSpc>
                <a:spcPct val="114000"/>
              </a:lnSpc>
            </a:pPr>
            <a:r>
              <a:rPr lang="en-US" sz="2000" dirty="0">
                <a:solidFill>
                  <a:schemeClr val="tx1"/>
                </a:solidFill>
                <a:latin typeface="Bookman Old Style" panose="02050604050505020204" pitchFamily="18" charset="0"/>
              </a:rPr>
              <a:t>	⇒ </a:t>
            </a:r>
            <a:r>
              <a:rPr lang="en-US" sz="2000" b="1" dirty="0">
                <a:solidFill>
                  <a:schemeClr val="tx1"/>
                </a:solidFill>
                <a:latin typeface="Bookman Old Style" panose="02050604050505020204" pitchFamily="18" charset="0"/>
              </a:rPr>
              <a:t>Marshalling: </a:t>
            </a:r>
            <a:r>
              <a:rPr lang="en-US" sz="2000" dirty="0">
                <a:solidFill>
                  <a:schemeClr val="tx1"/>
                </a:solidFill>
                <a:latin typeface="Bookman Old Style" panose="02050604050505020204" pitchFamily="18" charset="0"/>
              </a:rPr>
              <a:t>Formatting a collection of data structures into an external data 	representation type appropriate for transmission in a message.</a:t>
            </a:r>
          </a:p>
          <a:p>
            <a:pPr>
              <a:lnSpc>
                <a:spcPct val="114000"/>
              </a:lnSpc>
            </a:pPr>
            <a:r>
              <a:rPr lang="en-US" sz="2000" dirty="0">
                <a:solidFill>
                  <a:schemeClr val="tx1"/>
                </a:solidFill>
                <a:latin typeface="Bookman Old Style" panose="02050604050505020204" pitchFamily="18" charset="0"/>
              </a:rPr>
              <a:t>	⇒ Programmers to use message passing without having to be aware of what 	platforms their software will run</a:t>
            </a:r>
          </a:p>
          <a:p>
            <a:pPr marL="342900" indent="-342900">
              <a:lnSpc>
                <a:spcPct val="114000"/>
              </a:lnSpc>
              <a:buFont typeface="Wingdings" panose="05000000000000000000" pitchFamily="2" charset="2"/>
              <a:buChar char="§"/>
            </a:pPr>
            <a:r>
              <a:rPr lang="en-US" sz="2000" b="1" dirty="0">
                <a:solidFill>
                  <a:srgbClr val="00B050"/>
                </a:solidFill>
                <a:latin typeface="Bookman Old Style" panose="02050604050505020204" pitchFamily="18" charset="0"/>
              </a:rPr>
              <a:t>Example: </a:t>
            </a:r>
            <a:r>
              <a:rPr lang="en-US" sz="2000" dirty="0">
                <a:solidFill>
                  <a:schemeClr val="tx1"/>
                </a:solidFill>
                <a:latin typeface="Bookman Old Style" panose="02050604050505020204" pitchFamily="18" charset="0"/>
              </a:rPr>
              <a:t>Message Passing Interface (MPI), Message queuing system (MQ), Remote Procedure Call (RPC)</a:t>
            </a:r>
          </a:p>
          <a:p>
            <a:pPr>
              <a:lnSpc>
                <a:spcPct val="114000"/>
              </a:lnSpc>
            </a:pPr>
            <a:endParaRPr lang="en-US" sz="2000" dirty="0">
              <a:solidFill>
                <a:schemeClr val="tx1"/>
              </a:solidFill>
              <a:latin typeface="Bookman Old Style" panose="02050604050505020204" pitchFamily="18" charset="0"/>
            </a:endParaRPr>
          </a:p>
        </p:txBody>
      </p:sp>
    </p:spTree>
    <p:extLst>
      <p:ext uri="{BB962C8B-B14F-4D97-AF65-F5344CB8AC3E}">
        <p14:creationId xmlns:p14="http://schemas.microsoft.com/office/powerpoint/2010/main" val="2816579572"/>
      </p:ext>
    </p:extLst>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9072910" cy="900336"/>
          </a:xfrm>
          <a:prstGeom prst="rect">
            <a:avLst/>
          </a:prstGeom>
          <a:noFill/>
          <a:ln>
            <a:noFill/>
          </a:ln>
        </p:spPr>
        <p:txBody>
          <a:bodyPr lIns="91425" tIns="45700" rIns="91425" bIns="45700" anchor="b" anchorCtr="0">
            <a:noAutofit/>
          </a:bodyPr>
          <a:lstStyle/>
          <a:p>
            <a:pPr>
              <a:buSzPct val="25000"/>
            </a:pPr>
            <a:r>
              <a:rPr lang="en-GB" sz="2800" dirty="0"/>
              <a:t>Example: Message Passing Interface (MPI)</a:t>
            </a:r>
          </a:p>
        </p:txBody>
      </p:sp>
      <p:sp>
        <p:nvSpPr>
          <p:cNvPr id="117" name="Shape 117"/>
          <p:cNvSpPr txBox="1"/>
          <p:nvPr/>
        </p:nvSpPr>
        <p:spPr>
          <a:xfrm>
            <a:off x="542145" y="1238524"/>
            <a:ext cx="11220364" cy="4206312"/>
          </a:xfrm>
          <a:prstGeom prst="rect">
            <a:avLst/>
          </a:prstGeom>
          <a:noFill/>
          <a:ln>
            <a:noFill/>
          </a:ln>
        </p:spPr>
        <p:txBody>
          <a:bodyPr lIns="91425" tIns="45700" rIns="91425" bIns="45700" anchor="t" anchorCtr="0">
            <a:noAutofit/>
          </a:bodyPr>
          <a:lstStyle/>
          <a:p>
            <a:pPr marL="342900" indent="-342900">
              <a:lnSpc>
                <a:spcPct val="114000"/>
              </a:lnSpc>
              <a:buFont typeface="Wingdings" panose="05000000000000000000" pitchFamily="2" charset="2"/>
              <a:buChar char="§"/>
            </a:pPr>
            <a:r>
              <a:rPr lang="en-US" sz="2000" dirty="0">
                <a:solidFill>
                  <a:srgbClr val="0070C0"/>
                </a:solidFill>
                <a:latin typeface="Bookman Old Style" panose="02050604050505020204" pitchFamily="18" charset="0"/>
              </a:rPr>
              <a:t>Its goal is to make the use of flexible message passing easier.</a:t>
            </a:r>
            <a:endParaRPr lang="en-US" sz="2000" dirty="0">
              <a:solidFill>
                <a:schemeClr val="tx1"/>
              </a:solidFill>
              <a:latin typeface="Bookman Old Style" panose="02050604050505020204" pitchFamily="18" charset="0"/>
            </a:endParaRPr>
          </a:p>
          <a:p>
            <a:pPr marL="342900" indent="-342900">
              <a:lnSpc>
                <a:spcPct val="114000"/>
              </a:lnSpc>
              <a:buFont typeface="Wingdings" panose="05000000000000000000" pitchFamily="2" charset="2"/>
              <a:buChar char="§"/>
            </a:pPr>
            <a:r>
              <a:rPr lang="en-US" sz="2000" dirty="0">
                <a:solidFill>
                  <a:schemeClr val="tx1"/>
                </a:solidFill>
                <a:latin typeface="Bookman Old Style" panose="02050604050505020204" pitchFamily="18" charset="0"/>
              </a:rPr>
              <a:t>Traditional send()/receive() provides:</a:t>
            </a:r>
          </a:p>
          <a:p>
            <a:pPr>
              <a:lnSpc>
                <a:spcPct val="114000"/>
              </a:lnSpc>
            </a:pPr>
            <a:r>
              <a:rPr lang="en-US" sz="2000" dirty="0">
                <a:solidFill>
                  <a:schemeClr val="tx1"/>
                </a:solidFill>
                <a:latin typeface="Bookman Old Style" panose="02050604050505020204" pitchFamily="18" charset="0"/>
              </a:rPr>
              <a:t>	⇒ Asynchronous and Synchronous communication</a:t>
            </a:r>
          </a:p>
          <a:p>
            <a:pPr>
              <a:lnSpc>
                <a:spcPct val="114000"/>
              </a:lnSpc>
            </a:pPr>
            <a:r>
              <a:rPr lang="en-US" sz="2000" dirty="0">
                <a:solidFill>
                  <a:schemeClr val="tx1"/>
                </a:solidFill>
                <a:latin typeface="Bookman Old Style" panose="02050604050505020204" pitchFamily="18" charset="0"/>
              </a:rPr>
              <a:t>	⇒ Transient communication</a:t>
            </a:r>
          </a:p>
          <a:p>
            <a:pPr>
              <a:lnSpc>
                <a:spcPct val="114000"/>
              </a:lnSpc>
            </a:pPr>
            <a:endParaRPr lang="en-US" sz="2000" b="1" dirty="0">
              <a:solidFill>
                <a:schemeClr val="tx1"/>
              </a:solidFill>
              <a:latin typeface="Bookman Old Style" panose="02050604050505020204" pitchFamily="18" charset="0"/>
            </a:endParaRPr>
          </a:p>
          <a:p>
            <a:pPr marL="342900" indent="-342900">
              <a:lnSpc>
                <a:spcPct val="114000"/>
              </a:lnSpc>
              <a:buFont typeface="Wingdings" panose="05000000000000000000" pitchFamily="2" charset="2"/>
              <a:buChar char="§"/>
            </a:pPr>
            <a:r>
              <a:rPr lang="en-US" sz="2000" dirty="0">
                <a:solidFill>
                  <a:srgbClr val="FF0000"/>
                </a:solidFill>
                <a:latin typeface="Bookman Old Style" panose="02050604050505020204" pitchFamily="18" charset="0"/>
              </a:rPr>
              <a:t>What more does it provide than send()/receive()?</a:t>
            </a:r>
          </a:p>
          <a:p>
            <a:pPr lvl="1">
              <a:lnSpc>
                <a:spcPct val="114000"/>
              </a:lnSpc>
            </a:pPr>
            <a:r>
              <a:rPr lang="en-US" sz="2000" dirty="0">
                <a:solidFill>
                  <a:schemeClr val="tx1"/>
                </a:solidFill>
                <a:latin typeface="Bookman Old Style" panose="02050604050505020204" pitchFamily="18" charset="0"/>
              </a:rPr>
              <a:t>	⇒ Designed for parallel applications</a:t>
            </a:r>
          </a:p>
          <a:p>
            <a:pPr lvl="1">
              <a:lnSpc>
                <a:spcPct val="114000"/>
              </a:lnSpc>
            </a:pPr>
            <a:r>
              <a:rPr lang="en-US" sz="2000" dirty="0">
                <a:solidFill>
                  <a:schemeClr val="tx1"/>
                </a:solidFill>
                <a:latin typeface="Bookman Old Style" panose="02050604050505020204" pitchFamily="18" charset="0"/>
              </a:rPr>
              <a:t>	⇒ Makes use of available underlying network</a:t>
            </a:r>
          </a:p>
          <a:p>
            <a:pPr lvl="1">
              <a:lnSpc>
                <a:spcPct val="114000"/>
              </a:lnSpc>
            </a:pPr>
            <a:r>
              <a:rPr lang="en-US" sz="2000" dirty="0">
                <a:solidFill>
                  <a:schemeClr val="tx1"/>
                </a:solidFill>
                <a:latin typeface="Bookman Old Style" panose="02050604050505020204" pitchFamily="18" charset="0"/>
              </a:rPr>
              <a:t>	⇒ No persistent communication</a:t>
            </a:r>
          </a:p>
          <a:p>
            <a:pPr lvl="1">
              <a:lnSpc>
                <a:spcPct val="114000"/>
              </a:lnSpc>
            </a:pPr>
            <a:r>
              <a:rPr lang="en-US" sz="2000" dirty="0">
                <a:solidFill>
                  <a:schemeClr val="tx1"/>
                </a:solidFill>
                <a:latin typeface="Bookman Old Style" panose="02050604050505020204" pitchFamily="18" charset="0"/>
              </a:rPr>
              <a:t>	⇒ Primitives for all forms of transient communication</a:t>
            </a:r>
          </a:p>
          <a:p>
            <a:pPr lvl="1">
              <a:lnSpc>
                <a:spcPct val="114000"/>
              </a:lnSpc>
            </a:pPr>
            <a:r>
              <a:rPr lang="en-US" sz="2000" dirty="0">
                <a:solidFill>
                  <a:schemeClr val="tx1"/>
                </a:solidFill>
                <a:latin typeface="Bookman Old Style" panose="02050604050505020204" pitchFamily="18" charset="0"/>
              </a:rPr>
              <a:t>	⇒ It makes use of available networking protocols</a:t>
            </a:r>
          </a:p>
        </p:txBody>
      </p:sp>
    </p:spTree>
    <p:extLst>
      <p:ext uri="{BB962C8B-B14F-4D97-AF65-F5344CB8AC3E}">
        <p14:creationId xmlns:p14="http://schemas.microsoft.com/office/powerpoint/2010/main" val="4040533721"/>
      </p:ext>
    </p:extLst>
  </p:cSld>
  <p:clrMapOvr>
    <a:masterClrMapping/>
  </p:clrMapOvr>
  <p:transition>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Example: Message queuing system (MQ)</a:t>
            </a:r>
          </a:p>
        </p:txBody>
      </p:sp>
      <p:sp>
        <p:nvSpPr>
          <p:cNvPr id="5" name="TextBox 4">
            <a:extLst>
              <a:ext uri="{FF2B5EF4-FFF2-40B4-BE49-F238E27FC236}">
                <a16:creationId xmlns:a16="http://schemas.microsoft.com/office/drawing/2014/main" id="{5F8FDE98-E4D7-F19F-5038-46B85AF6774D}"/>
              </a:ext>
            </a:extLst>
          </p:cNvPr>
          <p:cNvSpPr txBox="1"/>
          <p:nvPr/>
        </p:nvSpPr>
        <p:spPr>
          <a:xfrm>
            <a:off x="542145" y="1238816"/>
            <a:ext cx="6689928" cy="5016758"/>
          </a:xfrm>
          <a:prstGeom prst="rect">
            <a:avLst/>
          </a:prstGeom>
          <a:noFill/>
        </p:spPr>
        <p:txBody>
          <a:bodyPr wrap="square">
            <a:spAutoFit/>
          </a:bodyPr>
          <a:lstStyle/>
          <a:p>
            <a:pPr marL="342900" indent="-342900">
              <a:buFont typeface="Wingdings" panose="05000000000000000000" pitchFamily="2" charset="2"/>
              <a:buChar char="§"/>
            </a:pPr>
            <a:r>
              <a:rPr lang="en-US" sz="2000" b="1" dirty="0">
                <a:solidFill>
                  <a:srgbClr val="00B050"/>
                </a:solidFill>
                <a:latin typeface="Bookman Old Style" panose="02050604050505020204" pitchFamily="18" charset="0"/>
              </a:rPr>
              <a:t>Provides:</a:t>
            </a:r>
          </a:p>
          <a:p>
            <a:r>
              <a:rPr lang="en-US" sz="2000" dirty="0">
                <a:latin typeface="Bookman Old Style" panose="02050604050505020204" pitchFamily="18" charset="0"/>
              </a:rPr>
              <a:t>	⇒ Persistent asynchronous communication</a:t>
            </a:r>
          </a:p>
          <a:p>
            <a:r>
              <a:rPr lang="en-US" sz="2000" dirty="0">
                <a:latin typeface="Bookman Old Style" panose="02050604050505020204" pitchFamily="18" charset="0"/>
              </a:rPr>
              <a:t>	⇒ </a:t>
            </a:r>
            <a:r>
              <a:rPr lang="en-US" sz="2000" b="1" dirty="0">
                <a:latin typeface="Bookman Old Style" panose="02050604050505020204" pitchFamily="18" charset="0"/>
              </a:rPr>
              <a:t>Message Queues: </a:t>
            </a:r>
            <a:r>
              <a:rPr lang="en-US" sz="2000" dirty="0">
                <a:latin typeface="Bookman Old Style" panose="02050604050505020204" pitchFamily="18" charset="0"/>
              </a:rPr>
              <a:t>store/forward</a:t>
            </a:r>
          </a:p>
          <a:p>
            <a:r>
              <a:rPr lang="en-US" sz="2000" dirty="0">
                <a:latin typeface="Bookman Old Style" panose="02050604050505020204" pitchFamily="18" charset="0"/>
              </a:rPr>
              <a:t>	⇒ Transfer of messages between queues</a:t>
            </a:r>
          </a:p>
          <a:p>
            <a:pPr marL="342900" indent="-342900">
              <a:buFont typeface="Wingdings" panose="05000000000000000000" pitchFamily="2" charset="2"/>
              <a:buChar char="§"/>
            </a:pPr>
            <a:endParaRPr lang="en-US" sz="2000" dirty="0">
              <a:latin typeface="Bookman Old Style" panose="02050604050505020204" pitchFamily="18" charset="0"/>
            </a:endParaRPr>
          </a:p>
          <a:p>
            <a:pPr marL="342900" indent="-342900">
              <a:buFont typeface="Wingdings" panose="05000000000000000000" pitchFamily="2" charset="2"/>
              <a:buChar char="§"/>
            </a:pPr>
            <a:r>
              <a:rPr lang="en-US" sz="2000" dirty="0">
                <a:latin typeface="Bookman Old Style" panose="02050604050505020204" pitchFamily="18" charset="0"/>
              </a:rPr>
              <a:t>In the figure, an application on sender A sends a message to an application on receiver B. </a:t>
            </a:r>
          </a:p>
          <a:p>
            <a:pPr marL="342900" indent="-342900">
              <a:buFont typeface="Wingdings" panose="05000000000000000000" pitchFamily="2" charset="2"/>
              <a:buChar char="§"/>
            </a:pPr>
            <a:r>
              <a:rPr lang="en-US" sz="2000" dirty="0">
                <a:latin typeface="Bookman Old Style" panose="02050604050505020204" pitchFamily="18" charset="0"/>
              </a:rPr>
              <a:t>It places the message in its local source queue, from where it is forwarded through routers R1 and R2 into the receiver’s destination queue.</a:t>
            </a:r>
          </a:p>
          <a:p>
            <a:pPr marL="342900" indent="-342900">
              <a:buFont typeface="Wingdings" panose="05000000000000000000" pitchFamily="2" charset="2"/>
              <a:buChar char="§"/>
            </a:pPr>
            <a:endParaRPr lang="en-US" sz="2000" b="1" dirty="0">
              <a:latin typeface="Bookman Old Style" panose="02050604050505020204" pitchFamily="18" charset="0"/>
            </a:endParaRPr>
          </a:p>
          <a:p>
            <a:pPr marL="342900" indent="-342900">
              <a:buFont typeface="Wingdings" panose="05000000000000000000" pitchFamily="2" charset="2"/>
              <a:buChar char="§"/>
            </a:pPr>
            <a:r>
              <a:rPr lang="en-US" sz="2000" b="1" dirty="0">
                <a:solidFill>
                  <a:srgbClr val="FF0000"/>
                </a:solidFill>
                <a:latin typeface="Bookman Old Style" panose="02050604050505020204" pitchFamily="18" charset="0"/>
              </a:rPr>
              <a:t>Examples:</a:t>
            </a:r>
          </a:p>
          <a:p>
            <a:r>
              <a:rPr lang="en-US" sz="2000" dirty="0">
                <a:latin typeface="Bookman Old Style" panose="02050604050505020204" pitchFamily="18" charset="0"/>
              </a:rPr>
              <a:t>	⇒ IBM MQSeries, Java Message Service, 	Amazon SQS, Advanced Message Queuing 	Protocol, MQTT, STOMP</a:t>
            </a:r>
          </a:p>
          <a:p>
            <a:pPr marL="342900" indent="-342900">
              <a:buFont typeface="Wingdings" panose="05000000000000000000" pitchFamily="2" charset="2"/>
              <a:buChar char="§"/>
            </a:pPr>
            <a:endParaRPr lang="en-US" sz="2000" dirty="0">
              <a:latin typeface="Bookman Old Style" panose="02050604050505020204" pitchFamily="18" charset="0"/>
            </a:endParaRPr>
          </a:p>
        </p:txBody>
      </p:sp>
      <p:pic>
        <p:nvPicPr>
          <p:cNvPr id="6" name="Picture 5">
            <a:extLst>
              <a:ext uri="{FF2B5EF4-FFF2-40B4-BE49-F238E27FC236}">
                <a16:creationId xmlns:a16="http://schemas.microsoft.com/office/drawing/2014/main" id="{66B9E93D-C7DA-B353-B09C-DB05D92E0424}"/>
              </a:ext>
            </a:extLst>
          </p:cNvPr>
          <p:cNvPicPr>
            <a:picLocks noChangeAspect="1"/>
          </p:cNvPicPr>
          <p:nvPr/>
        </p:nvPicPr>
        <p:blipFill>
          <a:blip r:embed="rId3"/>
          <a:stretch>
            <a:fillRect/>
          </a:stretch>
        </p:blipFill>
        <p:spPr>
          <a:xfrm>
            <a:off x="7116907" y="1456759"/>
            <a:ext cx="4922693" cy="4162425"/>
          </a:xfrm>
          <a:prstGeom prst="rect">
            <a:avLst/>
          </a:prstGeom>
        </p:spPr>
      </p:pic>
    </p:spTree>
    <p:extLst>
      <p:ext uri="{BB962C8B-B14F-4D97-AF65-F5344CB8AC3E}">
        <p14:creationId xmlns:p14="http://schemas.microsoft.com/office/powerpoint/2010/main" val="1621512148"/>
      </p:ext>
    </p:extLst>
  </p:cSld>
  <p:clrMapOvr>
    <a:masterClrMapping/>
  </p:clrMapOvr>
  <p:transition>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9072910" cy="900336"/>
          </a:xfrm>
          <a:prstGeom prst="rect">
            <a:avLst/>
          </a:prstGeom>
          <a:noFill/>
          <a:ln>
            <a:noFill/>
          </a:ln>
        </p:spPr>
        <p:txBody>
          <a:bodyPr lIns="91425" tIns="45700" rIns="91425" bIns="45700" anchor="b" anchorCtr="0">
            <a:noAutofit/>
          </a:bodyPr>
          <a:lstStyle/>
          <a:p>
            <a:pPr>
              <a:buSzPct val="25000"/>
            </a:pPr>
            <a:r>
              <a:rPr lang="en-US" sz="2800" dirty="0"/>
              <a:t>Example: Remote Procedure Call (RPC) and  Remote Method Invocation (RMI)</a:t>
            </a:r>
            <a:endParaRPr lang="en-GB" sz="2800" dirty="0"/>
          </a:p>
        </p:txBody>
      </p:sp>
      <p:sp>
        <p:nvSpPr>
          <p:cNvPr id="117" name="Shape 117"/>
          <p:cNvSpPr txBox="1"/>
          <p:nvPr/>
        </p:nvSpPr>
        <p:spPr>
          <a:xfrm>
            <a:off x="542145" y="1238524"/>
            <a:ext cx="11220364" cy="3291912"/>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b="1" dirty="0">
                <a:solidFill>
                  <a:srgbClr val="0070C0"/>
                </a:solidFill>
                <a:latin typeface="Bookman Old Style" panose="02050604050505020204" pitchFamily="18" charset="0"/>
              </a:rPr>
              <a:t>RPC Concept: </a:t>
            </a:r>
            <a:r>
              <a:rPr lang="en-US" sz="2000" dirty="0">
                <a:solidFill>
                  <a:srgbClr val="0070C0"/>
                </a:solidFill>
                <a:latin typeface="Bookman Old Style" panose="02050604050505020204" pitchFamily="18" charset="0"/>
              </a:rPr>
              <a:t>Replace I/O oriented message passing model by execution of a procedure call on a remote node [BN84]:</a:t>
            </a:r>
          </a:p>
          <a:p>
            <a:pPr>
              <a:lnSpc>
                <a:spcPct val="150000"/>
              </a:lnSpc>
            </a:pPr>
            <a:r>
              <a:rPr lang="en-US" sz="2000" dirty="0">
                <a:solidFill>
                  <a:schemeClr val="tx1"/>
                </a:solidFill>
                <a:latin typeface="Bookman Old Style" panose="02050604050505020204" pitchFamily="18" charset="0"/>
              </a:rPr>
              <a:t>	⇒ </a:t>
            </a:r>
            <a:r>
              <a:rPr lang="en-US" sz="2000" b="1" dirty="0">
                <a:solidFill>
                  <a:schemeClr val="tx1"/>
                </a:solidFill>
                <a:latin typeface="Bookman Old Style" panose="02050604050505020204" pitchFamily="18" charset="0"/>
              </a:rPr>
              <a:t>Synchronous: </a:t>
            </a:r>
            <a:r>
              <a:rPr lang="en-US" sz="2000" dirty="0">
                <a:solidFill>
                  <a:schemeClr val="tx1"/>
                </a:solidFill>
                <a:latin typeface="Bookman Old Style" panose="02050604050505020204" pitchFamily="18" charset="0"/>
              </a:rPr>
              <a:t>based on blocking messages</a:t>
            </a:r>
          </a:p>
          <a:p>
            <a:pPr>
              <a:lnSpc>
                <a:spcPct val="150000"/>
              </a:lnSpc>
            </a:pPr>
            <a:r>
              <a:rPr lang="en-US" sz="2000" dirty="0">
                <a:solidFill>
                  <a:schemeClr val="tx1"/>
                </a:solidFill>
                <a:latin typeface="Bookman Old Style" panose="02050604050505020204" pitchFamily="18" charset="0"/>
              </a:rPr>
              <a:t>	⇒ Message-passing details hidden from application</a:t>
            </a:r>
          </a:p>
          <a:p>
            <a:pPr>
              <a:lnSpc>
                <a:spcPct val="150000"/>
              </a:lnSpc>
            </a:pPr>
            <a:r>
              <a:rPr lang="en-US" sz="2000" dirty="0">
                <a:solidFill>
                  <a:schemeClr val="tx1"/>
                </a:solidFill>
                <a:latin typeface="Bookman Old Style" panose="02050604050505020204" pitchFamily="18" charset="0"/>
              </a:rPr>
              <a:t>	⇒ Procedure call parameters used to transmit data</a:t>
            </a:r>
          </a:p>
          <a:p>
            <a:pPr>
              <a:lnSpc>
                <a:spcPct val="150000"/>
              </a:lnSpc>
            </a:pPr>
            <a:r>
              <a:rPr lang="en-US" sz="2000" dirty="0">
                <a:solidFill>
                  <a:schemeClr val="tx1"/>
                </a:solidFill>
                <a:latin typeface="Bookman Old Style" panose="02050604050505020204" pitchFamily="18" charset="0"/>
              </a:rPr>
              <a:t>	⇒ Client calls local “stub” which does messaging and marshalling</a:t>
            </a:r>
          </a:p>
          <a:p>
            <a:pPr marL="342900" indent="-342900">
              <a:lnSpc>
                <a:spcPct val="150000"/>
              </a:lnSpc>
              <a:buFont typeface="Wingdings" panose="05000000000000000000" pitchFamily="2" charset="2"/>
              <a:buChar char="§"/>
            </a:pPr>
            <a:r>
              <a:rPr lang="en-US" sz="2000" b="1" dirty="0">
                <a:solidFill>
                  <a:schemeClr val="tx1"/>
                </a:solidFill>
                <a:latin typeface="Bookman Old Style" panose="02050604050505020204" pitchFamily="18" charset="0"/>
              </a:rPr>
              <a:t>RMI Concept: </a:t>
            </a:r>
            <a:r>
              <a:rPr lang="en-US" sz="2000" dirty="0">
                <a:solidFill>
                  <a:schemeClr val="tx1"/>
                </a:solidFill>
                <a:latin typeface="Bookman Old Style" panose="02050604050505020204" pitchFamily="18" charset="0"/>
              </a:rPr>
              <a:t>It is complicated for a server to keep track of the different state belonging to different clients and their invocations. </a:t>
            </a:r>
          </a:p>
          <a:p>
            <a:pPr marL="342900" indent="-342900">
              <a:lnSpc>
                <a:spcPct val="150000"/>
              </a:lnSpc>
              <a:buFont typeface="Wingdings" panose="05000000000000000000" pitchFamily="2" charset="2"/>
              <a:buChar char="ü"/>
            </a:pPr>
            <a:r>
              <a:rPr lang="en-US" sz="2000" dirty="0">
                <a:solidFill>
                  <a:schemeClr val="tx1"/>
                </a:solidFill>
                <a:latin typeface="Bookman Old Style" panose="02050604050505020204" pitchFamily="18" charset="0"/>
              </a:rPr>
              <a:t>These problems with RPC solve the remote method invocation (RMI) abstraction.</a:t>
            </a:r>
          </a:p>
          <a:p>
            <a:pPr marL="342900" indent="-342900">
              <a:lnSpc>
                <a:spcPct val="150000"/>
              </a:lnSpc>
              <a:buFont typeface="Wingdings" panose="05000000000000000000" pitchFamily="2" charset="2"/>
              <a:buChar char="ü"/>
            </a:pPr>
            <a:r>
              <a:rPr lang="en-US" sz="2000" dirty="0">
                <a:solidFill>
                  <a:schemeClr val="tx1"/>
                </a:solidFill>
                <a:latin typeface="Bookman Old Style" panose="02050604050505020204" pitchFamily="18" charset="0"/>
              </a:rPr>
              <a:t>The transition from RPC to RMI is, at its core, a transition from the server metaphor to the object metaphor.</a:t>
            </a:r>
          </a:p>
        </p:txBody>
      </p:sp>
    </p:spTree>
    <p:extLst>
      <p:ext uri="{BB962C8B-B14F-4D97-AF65-F5344CB8AC3E}">
        <p14:creationId xmlns:p14="http://schemas.microsoft.com/office/powerpoint/2010/main" val="401685757"/>
      </p:ext>
    </p:extLst>
  </p:cSld>
  <p:clrMapOvr>
    <a:masterClrMapping/>
  </p:clrMapOvr>
  <p:transition>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8229600" cy="900336"/>
          </a:xfrm>
          <a:prstGeom prst="rect">
            <a:avLst/>
          </a:prstGeom>
          <a:noFill/>
          <a:ln>
            <a:noFill/>
          </a:ln>
        </p:spPr>
        <p:txBody>
          <a:bodyPr lIns="91425" tIns="45700" rIns="91425" bIns="45700" anchor="b" anchorCtr="0">
            <a:noAutofit/>
          </a:bodyPr>
          <a:lstStyle/>
          <a:p>
            <a:pPr>
              <a:buSzPct val="25000"/>
            </a:pPr>
            <a:r>
              <a:rPr lang="en-GB" sz="2800" dirty="0"/>
              <a:t>RPC Implementation</a:t>
            </a:r>
          </a:p>
        </p:txBody>
      </p:sp>
      <p:pic>
        <p:nvPicPr>
          <p:cNvPr id="3" name="Picture 2">
            <a:extLst>
              <a:ext uri="{FF2B5EF4-FFF2-40B4-BE49-F238E27FC236}">
                <a16:creationId xmlns:a16="http://schemas.microsoft.com/office/drawing/2014/main" id="{D7E3D53C-BEB5-62BB-6D04-2A34C23C3B5F}"/>
              </a:ext>
            </a:extLst>
          </p:cNvPr>
          <p:cNvPicPr>
            <a:picLocks noChangeAspect="1"/>
          </p:cNvPicPr>
          <p:nvPr/>
        </p:nvPicPr>
        <p:blipFill>
          <a:blip r:embed="rId3"/>
          <a:stretch>
            <a:fillRect/>
          </a:stretch>
        </p:blipFill>
        <p:spPr>
          <a:xfrm>
            <a:off x="6941126" y="1260767"/>
            <a:ext cx="5130720" cy="4316857"/>
          </a:xfrm>
          <a:prstGeom prst="rect">
            <a:avLst/>
          </a:prstGeom>
        </p:spPr>
      </p:pic>
      <p:sp>
        <p:nvSpPr>
          <p:cNvPr id="5" name="TextBox 4">
            <a:extLst>
              <a:ext uri="{FF2B5EF4-FFF2-40B4-BE49-F238E27FC236}">
                <a16:creationId xmlns:a16="http://schemas.microsoft.com/office/drawing/2014/main" id="{5F8FDE98-E4D7-F19F-5038-46B85AF6774D}"/>
              </a:ext>
            </a:extLst>
          </p:cNvPr>
          <p:cNvSpPr txBox="1"/>
          <p:nvPr/>
        </p:nvSpPr>
        <p:spPr>
          <a:xfrm>
            <a:off x="542145" y="1280376"/>
            <a:ext cx="6398981" cy="4401205"/>
          </a:xfrm>
          <a:prstGeom prst="rect">
            <a:avLst/>
          </a:prstGeom>
          <a:noFill/>
        </p:spPr>
        <p:txBody>
          <a:bodyPr wrap="square">
            <a:spAutoFit/>
          </a:bodyPr>
          <a:lstStyle/>
          <a:p>
            <a:r>
              <a:rPr kumimoji="0" lang="en-US" sz="2000" b="0" i="0" u="none" strike="noStrike" kern="0" cap="none" spc="0" normalizeH="0" baseline="0" noProof="0" dirty="0">
                <a:ln>
                  <a:noFill/>
                </a:ln>
                <a:solidFill>
                  <a:srgbClr val="000000"/>
                </a:solidFill>
                <a:effectLst/>
                <a:uLnTx/>
                <a:uFillTx/>
                <a:latin typeface="Bookman Old Style" panose="02050604050505020204" pitchFamily="18" charset="0"/>
                <a:cs typeface="Arial"/>
                <a:sym typeface="Wingdings" panose="05000000000000000000" pitchFamily="2" charset="2"/>
              </a:rPr>
              <a:t> C</a:t>
            </a:r>
            <a:r>
              <a:rPr lang="en-US" sz="2000" dirty="0" err="1">
                <a:latin typeface="Bookman Old Style" panose="02050604050505020204" pitchFamily="18" charset="0"/>
              </a:rPr>
              <a:t>lient</a:t>
            </a:r>
            <a:r>
              <a:rPr lang="en-US" sz="2000" dirty="0">
                <a:latin typeface="Bookman Old Style" panose="02050604050505020204" pitchFamily="18" charset="0"/>
              </a:rPr>
              <a:t> calls client stub (normal procedure call)</a:t>
            </a:r>
          </a:p>
          <a:p>
            <a:r>
              <a:rPr lang="en-US" sz="2000" dirty="0">
                <a:latin typeface="Bookman Old Style" panose="02050604050505020204" pitchFamily="18" charset="0"/>
                <a:sym typeface="Wingdings" panose="05000000000000000000" pitchFamily="2" charset="2"/>
              </a:rPr>
              <a:t> </a:t>
            </a:r>
            <a:r>
              <a:rPr lang="en-US" sz="2000" dirty="0">
                <a:latin typeface="Bookman Old Style" panose="02050604050505020204" pitchFamily="18" charset="0"/>
              </a:rPr>
              <a:t>Client stub packs parameters into message data structure</a:t>
            </a:r>
          </a:p>
          <a:p>
            <a:r>
              <a:rPr lang="en-US" sz="2000" dirty="0">
                <a:latin typeface="Bookman Old Style" panose="02050604050505020204" pitchFamily="18" charset="0"/>
                <a:sym typeface="Wingdings" panose="05000000000000000000" pitchFamily="2" charset="2"/>
              </a:rPr>
              <a:t> C</a:t>
            </a:r>
            <a:r>
              <a:rPr lang="en-US" sz="2000" dirty="0">
                <a:latin typeface="Bookman Old Style" panose="02050604050505020204" pitchFamily="18" charset="0"/>
              </a:rPr>
              <a:t>lient stub performs send() syscall and blocks</a:t>
            </a:r>
          </a:p>
          <a:p>
            <a:r>
              <a:rPr lang="en-US" sz="2000" dirty="0">
                <a:latin typeface="Bookman Old Style" panose="02050604050505020204" pitchFamily="18" charset="0"/>
                <a:sym typeface="Wingdings" panose="05000000000000000000" pitchFamily="2" charset="2"/>
              </a:rPr>
              <a:t> K</a:t>
            </a:r>
            <a:r>
              <a:rPr lang="en-US" sz="2000" dirty="0">
                <a:latin typeface="Bookman Old Style" panose="02050604050505020204" pitchFamily="18" charset="0"/>
              </a:rPr>
              <a:t>ernel transfers message to remote kernel</a:t>
            </a:r>
          </a:p>
          <a:p>
            <a:r>
              <a:rPr lang="en-US" sz="2000" dirty="0">
                <a:latin typeface="Bookman Old Style" panose="02050604050505020204" pitchFamily="18" charset="0"/>
                <a:sym typeface="Wingdings" panose="05000000000000000000" pitchFamily="2" charset="2"/>
              </a:rPr>
              <a:t> R</a:t>
            </a:r>
            <a:r>
              <a:rPr lang="en-US" sz="2000" dirty="0">
                <a:latin typeface="Bookman Old Style" panose="02050604050505020204" pitchFamily="18" charset="0"/>
              </a:rPr>
              <a:t>emote kernel delivers to server stub, blocked in receive()</a:t>
            </a:r>
          </a:p>
          <a:p>
            <a:r>
              <a:rPr lang="en-US" sz="2000" dirty="0">
                <a:latin typeface="Bookman Old Style" panose="02050604050505020204" pitchFamily="18" charset="0"/>
                <a:sym typeface="Wingdings" panose="05000000000000000000" pitchFamily="2" charset="2"/>
              </a:rPr>
              <a:t> S</a:t>
            </a:r>
            <a:r>
              <a:rPr lang="en-US" sz="2000" dirty="0">
                <a:latin typeface="Bookman Old Style" panose="02050604050505020204" pitchFamily="18" charset="0"/>
              </a:rPr>
              <a:t>erver stub unpacks message, calls server (normal proc call)</a:t>
            </a:r>
          </a:p>
          <a:p>
            <a:r>
              <a:rPr lang="en-US" sz="2000" dirty="0">
                <a:latin typeface="Bookman Old Style" panose="02050604050505020204" pitchFamily="18" charset="0"/>
                <a:sym typeface="Wingdings" panose="05000000000000000000" pitchFamily="2" charset="2"/>
              </a:rPr>
              <a:t> S</a:t>
            </a:r>
            <a:r>
              <a:rPr lang="en-US" sz="2000" dirty="0">
                <a:latin typeface="Bookman Old Style" panose="02050604050505020204" pitchFamily="18" charset="0"/>
              </a:rPr>
              <a:t>erver returns to stub, which packs result into message</a:t>
            </a:r>
          </a:p>
          <a:p>
            <a:r>
              <a:rPr lang="en-US" sz="2000" dirty="0">
                <a:latin typeface="Bookman Old Style" panose="02050604050505020204" pitchFamily="18" charset="0"/>
                <a:sym typeface="Wingdings" panose="05000000000000000000" pitchFamily="2" charset="2"/>
              </a:rPr>
              <a:t> S</a:t>
            </a:r>
            <a:r>
              <a:rPr lang="en-US" sz="2000" dirty="0">
                <a:latin typeface="Bookman Old Style" panose="02050604050505020204" pitchFamily="18" charset="0"/>
              </a:rPr>
              <a:t>erver stub performs send() syscall</a:t>
            </a:r>
          </a:p>
          <a:p>
            <a:r>
              <a:rPr lang="en-US" sz="2000" dirty="0">
                <a:latin typeface="Bookman Old Style" panose="02050604050505020204" pitchFamily="18" charset="0"/>
                <a:sym typeface="Wingdings" panose="05000000000000000000" pitchFamily="2" charset="2"/>
              </a:rPr>
              <a:t> K</a:t>
            </a:r>
            <a:r>
              <a:rPr lang="en-US" sz="2000" dirty="0">
                <a:latin typeface="Bookman Old Style" panose="02050604050505020204" pitchFamily="18" charset="0"/>
              </a:rPr>
              <a:t>ernel delivers to client stub, which unpacks and returns</a:t>
            </a:r>
          </a:p>
        </p:txBody>
      </p:sp>
    </p:spTree>
    <p:extLst>
      <p:ext uri="{BB962C8B-B14F-4D97-AF65-F5344CB8AC3E}">
        <p14:creationId xmlns:p14="http://schemas.microsoft.com/office/powerpoint/2010/main" val="2862020398"/>
      </p:ext>
    </p:extLst>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9072910" cy="900336"/>
          </a:xfrm>
          <a:prstGeom prst="rect">
            <a:avLst/>
          </a:prstGeom>
          <a:noFill/>
          <a:ln>
            <a:noFill/>
          </a:ln>
        </p:spPr>
        <p:txBody>
          <a:bodyPr lIns="91425" tIns="45700" rIns="91425" bIns="45700" anchor="b" anchorCtr="0">
            <a:noAutofit/>
          </a:bodyPr>
          <a:lstStyle/>
          <a:p>
            <a:pPr>
              <a:buSzPct val="25000"/>
            </a:pPr>
            <a:r>
              <a:rPr lang="en-US" sz="2800" dirty="0"/>
              <a:t>2. Group-based Communication</a:t>
            </a:r>
            <a:endParaRPr lang="en-GB" sz="2800" dirty="0"/>
          </a:p>
        </p:txBody>
      </p:sp>
      <p:pic>
        <p:nvPicPr>
          <p:cNvPr id="5" name="Picture 4">
            <a:extLst>
              <a:ext uri="{FF2B5EF4-FFF2-40B4-BE49-F238E27FC236}">
                <a16:creationId xmlns:a16="http://schemas.microsoft.com/office/drawing/2014/main" id="{B71D478A-6C4E-C4AE-002A-EEA578B1A01E}"/>
              </a:ext>
            </a:extLst>
          </p:cNvPr>
          <p:cNvPicPr>
            <a:picLocks noChangeAspect="1"/>
          </p:cNvPicPr>
          <p:nvPr/>
        </p:nvPicPr>
        <p:blipFill>
          <a:blip r:embed="rId3"/>
          <a:stretch>
            <a:fillRect/>
          </a:stretch>
        </p:blipFill>
        <p:spPr>
          <a:xfrm>
            <a:off x="6510337" y="1629605"/>
            <a:ext cx="5267325" cy="3838575"/>
          </a:xfrm>
          <a:prstGeom prst="rect">
            <a:avLst/>
          </a:prstGeom>
        </p:spPr>
      </p:pic>
      <p:sp>
        <p:nvSpPr>
          <p:cNvPr id="10" name="TextBox 9">
            <a:extLst>
              <a:ext uri="{FF2B5EF4-FFF2-40B4-BE49-F238E27FC236}">
                <a16:creationId xmlns:a16="http://schemas.microsoft.com/office/drawing/2014/main" id="{DAA5BBBF-61DC-9A39-06A7-787550C64A03}"/>
              </a:ext>
            </a:extLst>
          </p:cNvPr>
          <p:cNvSpPr txBox="1"/>
          <p:nvPr/>
        </p:nvSpPr>
        <p:spPr>
          <a:xfrm>
            <a:off x="542144" y="1389820"/>
            <a:ext cx="6828473" cy="4401205"/>
          </a:xfrm>
          <a:prstGeom prst="rect">
            <a:avLst/>
          </a:prstGeom>
          <a:noFill/>
        </p:spPr>
        <p:txBody>
          <a:bodyPr wrap="square">
            <a:spAutoFit/>
          </a:bodyPr>
          <a:lstStyle/>
          <a:p>
            <a:pPr marL="342900" indent="-342900">
              <a:buFont typeface="Wingdings" panose="05000000000000000000" pitchFamily="2" charset="2"/>
              <a:buChar char="§"/>
            </a:pPr>
            <a:r>
              <a:rPr lang="en-US" sz="2000" b="1" dirty="0">
                <a:latin typeface="Bookman Old Style" panose="02050604050505020204" pitchFamily="18" charset="0"/>
              </a:rPr>
              <a:t>Two kinds of group communication:</a:t>
            </a:r>
          </a:p>
          <a:p>
            <a:r>
              <a:rPr lang="en-US" sz="2000" dirty="0">
                <a:latin typeface="Bookman Old Style" panose="02050604050505020204" pitchFamily="18" charset="0"/>
              </a:rPr>
              <a:t>	⇒ Broadcast (message sent to everyone)</a:t>
            </a:r>
          </a:p>
          <a:p>
            <a:r>
              <a:rPr lang="en-US" sz="2000" dirty="0">
                <a:latin typeface="Bookman Old Style" panose="02050604050505020204" pitchFamily="18" charset="0"/>
              </a:rPr>
              <a:t>	⇒ Multicast (message sent to specific group)</a:t>
            </a:r>
          </a:p>
          <a:p>
            <a:pPr marL="342900" indent="-342900">
              <a:buFont typeface="Wingdings" panose="05000000000000000000" pitchFamily="2" charset="2"/>
              <a:buChar char="§"/>
            </a:pPr>
            <a:r>
              <a:rPr lang="en-US" sz="2000" b="1" dirty="0">
                <a:latin typeface="Bookman Old Style" panose="02050604050505020204" pitchFamily="18" charset="0"/>
              </a:rPr>
              <a:t>Used for:</a:t>
            </a:r>
          </a:p>
          <a:p>
            <a:r>
              <a:rPr lang="en-US" sz="2000" dirty="0">
                <a:latin typeface="Bookman Old Style" panose="02050604050505020204" pitchFamily="18" charset="0"/>
              </a:rPr>
              <a:t>	⇒ Replication of services</a:t>
            </a:r>
          </a:p>
          <a:p>
            <a:r>
              <a:rPr lang="en-US" sz="2000" dirty="0">
                <a:latin typeface="Bookman Old Style" panose="02050604050505020204" pitchFamily="18" charset="0"/>
              </a:rPr>
              <a:t>	⇒ Replication of data</a:t>
            </a:r>
          </a:p>
          <a:p>
            <a:r>
              <a:rPr lang="en-US" sz="2000" dirty="0">
                <a:latin typeface="Bookman Old Style" panose="02050604050505020204" pitchFamily="18" charset="0"/>
              </a:rPr>
              <a:t>	⇒ Service discovery</a:t>
            </a:r>
          </a:p>
          <a:p>
            <a:r>
              <a:rPr lang="en-US" sz="2000" dirty="0">
                <a:latin typeface="Bookman Old Style" panose="02050604050505020204" pitchFamily="18" charset="0"/>
              </a:rPr>
              <a:t>	⇒ Event notification</a:t>
            </a:r>
          </a:p>
          <a:p>
            <a:pPr marL="342900" indent="-342900">
              <a:buFont typeface="Wingdings" panose="05000000000000000000" pitchFamily="2" charset="2"/>
              <a:buChar char="§"/>
            </a:pPr>
            <a:r>
              <a:rPr lang="en-US" sz="2000" b="1" dirty="0">
                <a:latin typeface="Bookman Old Style" panose="02050604050505020204" pitchFamily="18" charset="0"/>
              </a:rPr>
              <a:t>Issues:</a:t>
            </a:r>
          </a:p>
          <a:p>
            <a:r>
              <a:rPr lang="en-US" sz="2000" dirty="0">
                <a:latin typeface="Bookman Old Style" panose="02050604050505020204" pitchFamily="18" charset="0"/>
              </a:rPr>
              <a:t>	⇒ Reliability</a:t>
            </a:r>
          </a:p>
          <a:p>
            <a:r>
              <a:rPr lang="en-US" sz="2000" dirty="0">
                <a:latin typeface="Bookman Old Style" panose="02050604050505020204" pitchFamily="18" charset="0"/>
              </a:rPr>
              <a:t>	⇒ Ordering</a:t>
            </a:r>
          </a:p>
          <a:p>
            <a:pPr marL="342900" indent="-342900">
              <a:buFont typeface="Wingdings" panose="05000000000000000000" pitchFamily="2" charset="2"/>
              <a:buChar char="§"/>
            </a:pPr>
            <a:r>
              <a:rPr lang="en-US" sz="2000" b="1" dirty="0">
                <a:latin typeface="Bookman Old Style" panose="02050604050505020204" pitchFamily="18" charset="0"/>
              </a:rPr>
              <a:t>Example:</a:t>
            </a:r>
          </a:p>
          <a:p>
            <a:r>
              <a:rPr lang="en-US" sz="2000" dirty="0">
                <a:latin typeface="Bookman Old Style" panose="02050604050505020204" pitchFamily="18" charset="0"/>
              </a:rPr>
              <a:t>	⇒ IP multicast</a:t>
            </a:r>
          </a:p>
          <a:p>
            <a:r>
              <a:rPr lang="en-US" sz="2000" dirty="0">
                <a:latin typeface="Bookman Old Style" panose="02050604050505020204" pitchFamily="18" charset="0"/>
              </a:rPr>
              <a:t>	⇒ Flooding</a:t>
            </a:r>
          </a:p>
        </p:txBody>
      </p:sp>
    </p:spTree>
    <p:extLst>
      <p:ext uri="{BB962C8B-B14F-4D97-AF65-F5344CB8AC3E}">
        <p14:creationId xmlns:p14="http://schemas.microsoft.com/office/powerpoint/2010/main" val="76089628"/>
      </p:ext>
    </p:extLst>
  </p:cSld>
  <p:clrMapOvr>
    <a:masterClrMapping/>
  </p:clrMapOvr>
  <p:transition>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9072910" cy="900336"/>
          </a:xfrm>
          <a:prstGeom prst="rect">
            <a:avLst/>
          </a:prstGeom>
          <a:noFill/>
          <a:ln>
            <a:noFill/>
          </a:ln>
        </p:spPr>
        <p:txBody>
          <a:bodyPr lIns="91425" tIns="45700" rIns="91425" bIns="45700" anchor="b" anchorCtr="0">
            <a:noAutofit/>
          </a:bodyPr>
          <a:lstStyle/>
          <a:p>
            <a:pPr>
              <a:buSzPct val="25000"/>
            </a:pPr>
            <a:r>
              <a:rPr lang="en-US" sz="2800" dirty="0"/>
              <a:t>Example: Gossip-based Communication</a:t>
            </a:r>
            <a:endParaRPr lang="en-GB" sz="2800" dirty="0"/>
          </a:p>
        </p:txBody>
      </p:sp>
      <p:sp>
        <p:nvSpPr>
          <p:cNvPr id="10" name="TextBox 9">
            <a:extLst>
              <a:ext uri="{FF2B5EF4-FFF2-40B4-BE49-F238E27FC236}">
                <a16:creationId xmlns:a16="http://schemas.microsoft.com/office/drawing/2014/main" id="{DAA5BBBF-61DC-9A39-06A7-787550C64A03}"/>
              </a:ext>
            </a:extLst>
          </p:cNvPr>
          <p:cNvSpPr txBox="1"/>
          <p:nvPr/>
        </p:nvSpPr>
        <p:spPr>
          <a:xfrm>
            <a:off x="542143" y="1389820"/>
            <a:ext cx="11220365" cy="2809615"/>
          </a:xfrm>
          <a:prstGeom prst="rect">
            <a:avLst/>
          </a:prstGeom>
          <a:noFill/>
        </p:spPr>
        <p:txBody>
          <a:bodyPr wrap="square">
            <a:spAutoFit/>
          </a:bodyPr>
          <a:lstStyle/>
          <a:p>
            <a:pPr marL="342900" indent="-342900">
              <a:lnSpc>
                <a:spcPct val="150000"/>
              </a:lnSpc>
              <a:buFont typeface="Wingdings" panose="05000000000000000000" pitchFamily="2" charset="2"/>
              <a:buChar char="§"/>
            </a:pPr>
            <a:r>
              <a:rPr lang="en-US" sz="2000" dirty="0">
                <a:latin typeface="Bookman Old Style" panose="02050604050505020204" pitchFamily="18" charset="0"/>
              </a:rPr>
              <a:t>Technique that relies on epidemic behaviour, e.g. spreading diseases among people.</a:t>
            </a:r>
          </a:p>
          <a:p>
            <a:pPr marL="342900" indent="-342900">
              <a:lnSpc>
                <a:spcPct val="150000"/>
              </a:lnSpc>
              <a:buFont typeface="Wingdings" panose="05000000000000000000" pitchFamily="2" charset="2"/>
              <a:buChar char="§"/>
            </a:pPr>
            <a:r>
              <a:rPr lang="en-US" sz="2000" b="1" dirty="0">
                <a:latin typeface="Bookman Old Style" panose="02050604050505020204" pitchFamily="18" charset="0"/>
              </a:rPr>
              <a:t>Variant</a:t>
            </a:r>
            <a:r>
              <a:rPr lang="en-US" sz="2000" dirty="0">
                <a:latin typeface="Bookman Old Style" panose="02050604050505020204" pitchFamily="18" charset="0"/>
              </a:rPr>
              <a:t>: rumour spreading, or gossiping.</a:t>
            </a:r>
          </a:p>
          <a:p>
            <a:pPr>
              <a:lnSpc>
                <a:spcPct val="150000"/>
              </a:lnSpc>
            </a:pPr>
            <a:r>
              <a:rPr lang="en-US" sz="2000" dirty="0">
                <a:latin typeface="Bookman Old Style" panose="02050604050505020204" pitchFamily="18" charset="0"/>
              </a:rPr>
              <a:t>	⇒ When node P receives data item x, it tries to push it to arbitrary node Q.</a:t>
            </a:r>
          </a:p>
          <a:p>
            <a:pPr>
              <a:lnSpc>
                <a:spcPct val="150000"/>
              </a:lnSpc>
            </a:pPr>
            <a:r>
              <a:rPr lang="en-US" sz="2000" dirty="0">
                <a:latin typeface="Bookman Old Style" panose="02050604050505020204" pitchFamily="18" charset="0"/>
              </a:rPr>
              <a:t>	⇒ If x is new to Q, then P keeps on spreading x to other nodes.</a:t>
            </a:r>
          </a:p>
          <a:p>
            <a:pPr>
              <a:lnSpc>
                <a:spcPct val="150000"/>
              </a:lnSpc>
            </a:pPr>
            <a:r>
              <a:rPr lang="en-US" sz="2000" dirty="0">
                <a:latin typeface="Bookman Old Style" panose="02050604050505020204" pitchFamily="18" charset="0"/>
              </a:rPr>
              <a:t>	⇒ If node Q already has x, P stops spreading x with certain probability.</a:t>
            </a:r>
          </a:p>
          <a:p>
            <a:pPr marL="342900" indent="-342900">
              <a:lnSpc>
                <a:spcPct val="150000"/>
              </a:lnSpc>
              <a:buFont typeface="Wingdings" panose="05000000000000000000" pitchFamily="2" charset="2"/>
              <a:buChar char="§"/>
            </a:pPr>
            <a:r>
              <a:rPr lang="en-US" sz="2000" b="1" dirty="0">
                <a:latin typeface="Bookman Old Style" panose="02050604050505020204" pitchFamily="18" charset="0"/>
              </a:rPr>
              <a:t>Analogy from real life: </a:t>
            </a:r>
            <a:r>
              <a:rPr lang="en-US" sz="2000" dirty="0">
                <a:latin typeface="Bookman Old Style" panose="02050604050505020204" pitchFamily="18" charset="0"/>
              </a:rPr>
              <a:t>Spreading rumors' among people.</a:t>
            </a:r>
          </a:p>
        </p:txBody>
      </p:sp>
    </p:spTree>
    <p:extLst>
      <p:ext uri="{BB962C8B-B14F-4D97-AF65-F5344CB8AC3E}">
        <p14:creationId xmlns:p14="http://schemas.microsoft.com/office/powerpoint/2010/main" val="3759764035"/>
      </p:ext>
    </p:extLst>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9072910" cy="900336"/>
          </a:xfrm>
          <a:prstGeom prst="rect">
            <a:avLst/>
          </a:prstGeom>
          <a:noFill/>
          <a:ln>
            <a:noFill/>
          </a:ln>
        </p:spPr>
        <p:txBody>
          <a:bodyPr lIns="91425" tIns="45700" rIns="91425" bIns="45700" anchor="b" anchorCtr="0">
            <a:noAutofit/>
          </a:bodyPr>
          <a:lstStyle/>
          <a:p>
            <a:pPr>
              <a:buSzPct val="25000"/>
            </a:pPr>
            <a:r>
              <a:rPr lang="en-US" sz="2800" dirty="0"/>
              <a:t>3. Event-based Communication</a:t>
            </a:r>
            <a:endParaRPr lang="en-GB" sz="2800" dirty="0"/>
          </a:p>
        </p:txBody>
      </p:sp>
      <p:sp>
        <p:nvSpPr>
          <p:cNvPr id="117" name="Shape 117"/>
          <p:cNvSpPr txBox="1"/>
          <p:nvPr/>
        </p:nvSpPr>
        <p:spPr>
          <a:xfrm>
            <a:off x="542145" y="1238524"/>
            <a:ext cx="11220364" cy="2377512"/>
          </a:xfrm>
          <a:prstGeom prst="rect">
            <a:avLst/>
          </a:prstGeom>
          <a:noFill/>
          <a:ln>
            <a:noFill/>
          </a:ln>
        </p:spPr>
        <p:txBody>
          <a:bodyPr lIns="91425" tIns="45700" rIns="91425" bIns="45700" anchor="t" anchorCtr="0">
            <a:noAutofit/>
          </a:bodyPr>
          <a:lstStyle/>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Communication through propagation of events</a:t>
            </a: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Generally associated with publish/subscribe systems</a:t>
            </a: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Sender process publishes events</a:t>
            </a:r>
          </a:p>
          <a:p>
            <a:pPr marL="342900" indent="-342900">
              <a:lnSpc>
                <a:spcPct val="150000"/>
              </a:lnSpc>
              <a:buFont typeface="Wingdings" panose="05000000000000000000" pitchFamily="2" charset="2"/>
              <a:buChar char="§"/>
            </a:pPr>
            <a:r>
              <a:rPr lang="en-US" sz="2000" dirty="0">
                <a:solidFill>
                  <a:schemeClr val="tx1"/>
                </a:solidFill>
                <a:latin typeface="Bookman Old Style" panose="02050604050505020204" pitchFamily="18" charset="0"/>
              </a:rPr>
              <a:t>Receiver process subscribes to events and receives only the ones it is interested in.</a:t>
            </a:r>
          </a:p>
          <a:p>
            <a:pPr marL="342900" indent="-342900">
              <a:lnSpc>
                <a:spcPct val="150000"/>
              </a:lnSpc>
              <a:buFont typeface="Wingdings" panose="05000000000000000000" pitchFamily="2" charset="2"/>
              <a:buChar char="§"/>
            </a:pPr>
            <a:r>
              <a:rPr lang="en-US" sz="2000" b="1" dirty="0">
                <a:solidFill>
                  <a:schemeClr val="tx1"/>
                </a:solidFill>
                <a:latin typeface="Bookman Old Style" panose="02050604050505020204" pitchFamily="18" charset="0"/>
              </a:rPr>
              <a:t>Example: </a:t>
            </a:r>
            <a:r>
              <a:rPr lang="en-US" sz="2000" dirty="0">
                <a:solidFill>
                  <a:schemeClr val="tx1"/>
                </a:solidFill>
                <a:latin typeface="Bookman Old Style" panose="02050604050505020204" pitchFamily="18" charset="0"/>
              </a:rPr>
              <a:t>OMG Data Distribution Service (DDS), JMS, Tibc</a:t>
            </a:r>
          </a:p>
        </p:txBody>
      </p:sp>
      <p:pic>
        <p:nvPicPr>
          <p:cNvPr id="3" name="Picture 2">
            <a:extLst>
              <a:ext uri="{FF2B5EF4-FFF2-40B4-BE49-F238E27FC236}">
                <a16:creationId xmlns:a16="http://schemas.microsoft.com/office/drawing/2014/main" id="{7637DDB8-BEB2-F00F-FCBF-54B1242A2F3D}"/>
              </a:ext>
            </a:extLst>
          </p:cNvPr>
          <p:cNvPicPr>
            <a:picLocks noChangeAspect="1"/>
          </p:cNvPicPr>
          <p:nvPr/>
        </p:nvPicPr>
        <p:blipFill>
          <a:blip r:embed="rId3"/>
          <a:stretch>
            <a:fillRect/>
          </a:stretch>
        </p:blipFill>
        <p:spPr>
          <a:xfrm>
            <a:off x="2604654" y="3912452"/>
            <a:ext cx="7038110" cy="2253962"/>
          </a:xfrm>
          <a:prstGeom prst="rect">
            <a:avLst/>
          </a:prstGeom>
        </p:spPr>
      </p:pic>
    </p:spTree>
    <p:extLst>
      <p:ext uri="{BB962C8B-B14F-4D97-AF65-F5344CB8AC3E}">
        <p14:creationId xmlns:p14="http://schemas.microsoft.com/office/powerpoint/2010/main" val="2949452389"/>
      </p:ext>
    </p:extLst>
  </p:cSld>
  <p:clrMapOvr>
    <a:masterClrMapping/>
  </p:clrMapOvr>
  <p:transition>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542145" y="227351"/>
            <a:ext cx="9072910" cy="900336"/>
          </a:xfrm>
          <a:prstGeom prst="rect">
            <a:avLst/>
          </a:prstGeom>
          <a:noFill/>
          <a:ln>
            <a:noFill/>
          </a:ln>
        </p:spPr>
        <p:txBody>
          <a:bodyPr lIns="91425" tIns="45700" rIns="91425" bIns="45700" anchor="b" anchorCtr="0">
            <a:noAutofit/>
          </a:bodyPr>
          <a:lstStyle/>
          <a:p>
            <a:pPr>
              <a:buSzPct val="25000"/>
            </a:pPr>
            <a:r>
              <a:rPr lang="en-US" sz="2800" dirty="0"/>
              <a:t>4. Shared Space Communication</a:t>
            </a:r>
            <a:endParaRPr lang="en-GB" sz="2800" dirty="0"/>
          </a:p>
        </p:txBody>
      </p:sp>
      <p:sp>
        <p:nvSpPr>
          <p:cNvPr id="10" name="TextBox 9">
            <a:extLst>
              <a:ext uri="{FF2B5EF4-FFF2-40B4-BE49-F238E27FC236}">
                <a16:creationId xmlns:a16="http://schemas.microsoft.com/office/drawing/2014/main" id="{DAA5BBBF-61DC-9A39-06A7-787550C64A03}"/>
              </a:ext>
            </a:extLst>
          </p:cNvPr>
          <p:cNvSpPr txBox="1"/>
          <p:nvPr/>
        </p:nvSpPr>
        <p:spPr>
          <a:xfrm>
            <a:off x="542144" y="1389820"/>
            <a:ext cx="6828473" cy="400110"/>
          </a:xfrm>
          <a:prstGeom prst="rect">
            <a:avLst/>
          </a:prstGeom>
          <a:noFill/>
        </p:spPr>
        <p:txBody>
          <a:bodyPr wrap="square">
            <a:spAutoFit/>
          </a:bodyPr>
          <a:lstStyle/>
          <a:p>
            <a:pPr marL="342900" indent="-342900">
              <a:buFont typeface="Wingdings" panose="05000000000000000000" pitchFamily="2" charset="2"/>
              <a:buChar char="§"/>
            </a:pPr>
            <a:r>
              <a:rPr lang="en-US" sz="2000" b="1" dirty="0">
                <a:latin typeface="Bookman Old Style" panose="02050604050505020204" pitchFamily="18" charset="0"/>
              </a:rPr>
              <a:t>Example: Distributed Shared Memory:</a:t>
            </a:r>
          </a:p>
        </p:txBody>
      </p:sp>
      <p:pic>
        <p:nvPicPr>
          <p:cNvPr id="3" name="Picture 2">
            <a:extLst>
              <a:ext uri="{FF2B5EF4-FFF2-40B4-BE49-F238E27FC236}">
                <a16:creationId xmlns:a16="http://schemas.microsoft.com/office/drawing/2014/main" id="{B61A30E3-C3AC-F1E6-64A2-EF4259412A60}"/>
              </a:ext>
            </a:extLst>
          </p:cNvPr>
          <p:cNvPicPr>
            <a:picLocks noChangeAspect="1"/>
          </p:cNvPicPr>
          <p:nvPr/>
        </p:nvPicPr>
        <p:blipFill>
          <a:blip r:embed="rId3"/>
          <a:stretch>
            <a:fillRect/>
          </a:stretch>
        </p:blipFill>
        <p:spPr>
          <a:xfrm>
            <a:off x="2680855" y="2052063"/>
            <a:ext cx="7162800" cy="3838575"/>
          </a:xfrm>
          <a:prstGeom prst="rect">
            <a:avLst/>
          </a:prstGeom>
        </p:spPr>
      </p:pic>
    </p:spTree>
    <p:extLst>
      <p:ext uri="{BB962C8B-B14F-4D97-AF65-F5344CB8AC3E}">
        <p14:creationId xmlns:p14="http://schemas.microsoft.com/office/powerpoint/2010/main" val="261512715"/>
      </p:ext>
    </p:extLst>
  </p:cSld>
  <p:clrMapOvr>
    <a:masterClrMapping/>
  </p:clrMapOvr>
  <p:transition>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4566624-447C-47BA-9BB4-1C9CC0DC3D0B}"/>
              </a:ext>
            </a:extLst>
          </p:cNvPr>
          <p:cNvPicPr>
            <a:picLocks noChangeAspect="1"/>
          </p:cNvPicPr>
          <p:nvPr/>
        </p:nvPicPr>
        <p:blipFill>
          <a:blip r:embed="rId2"/>
          <a:stretch>
            <a:fillRect/>
          </a:stretch>
        </p:blipFill>
        <p:spPr>
          <a:xfrm>
            <a:off x="2414587" y="2023648"/>
            <a:ext cx="7362825" cy="2333625"/>
          </a:xfrm>
          <a:prstGeom prst="rect">
            <a:avLst/>
          </a:prstGeom>
        </p:spPr>
      </p:pic>
      <p:pic>
        <p:nvPicPr>
          <p:cNvPr id="3" name="Picture 2">
            <a:extLst>
              <a:ext uri="{FF2B5EF4-FFF2-40B4-BE49-F238E27FC236}">
                <a16:creationId xmlns:a16="http://schemas.microsoft.com/office/drawing/2014/main" id="{EE497263-7BF0-4F73-9998-85A950165D56}"/>
              </a:ext>
            </a:extLst>
          </p:cNvPr>
          <p:cNvPicPr>
            <a:picLocks noChangeAspect="1"/>
          </p:cNvPicPr>
          <p:nvPr/>
        </p:nvPicPr>
        <p:blipFill>
          <a:blip r:embed="rId3"/>
          <a:stretch>
            <a:fillRect/>
          </a:stretch>
        </p:blipFill>
        <p:spPr>
          <a:xfrm>
            <a:off x="1585052" y="1301590"/>
            <a:ext cx="9528333" cy="3860923"/>
          </a:xfrm>
          <a:prstGeom prst="rect">
            <a:avLst/>
          </a:prstGeom>
        </p:spPr>
      </p:pic>
    </p:spTree>
    <p:extLst>
      <p:ext uri="{BB962C8B-B14F-4D97-AF65-F5344CB8AC3E}">
        <p14:creationId xmlns:p14="http://schemas.microsoft.com/office/powerpoint/2010/main" val="3826205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4566624-447C-47BA-9BB4-1C9CC0DC3D0B}"/>
              </a:ext>
            </a:extLst>
          </p:cNvPr>
          <p:cNvPicPr>
            <a:picLocks noChangeAspect="1"/>
          </p:cNvPicPr>
          <p:nvPr/>
        </p:nvPicPr>
        <p:blipFill>
          <a:blip r:embed="rId2"/>
          <a:stretch>
            <a:fillRect/>
          </a:stretch>
        </p:blipFill>
        <p:spPr>
          <a:xfrm>
            <a:off x="2414587" y="2023648"/>
            <a:ext cx="7362825" cy="2333625"/>
          </a:xfrm>
          <a:prstGeom prst="rect">
            <a:avLst/>
          </a:prstGeom>
        </p:spPr>
      </p:pic>
    </p:spTree>
    <p:extLst>
      <p:ext uri="{BB962C8B-B14F-4D97-AF65-F5344CB8AC3E}">
        <p14:creationId xmlns:p14="http://schemas.microsoft.com/office/powerpoint/2010/main" val="4269245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10950</TotalTime>
  <Words>4790</Words>
  <Application>Microsoft Office PowerPoint</Application>
  <PresentationFormat>Widescreen</PresentationFormat>
  <Paragraphs>469</Paragraphs>
  <Slides>57</Slides>
  <Notes>54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Tw Cen MT</vt:lpstr>
      <vt:lpstr>Tahoma</vt:lpstr>
      <vt:lpstr>Arial</vt:lpstr>
      <vt:lpstr>Domine</vt:lpstr>
      <vt:lpstr>Wingdings</vt:lpstr>
      <vt:lpstr>Bookman Old Style</vt:lpstr>
      <vt:lpstr>Calibri</vt:lpstr>
      <vt:lpstr>Origin</vt:lpstr>
      <vt:lpstr>System Architecture &amp; Communication</vt:lpstr>
      <vt:lpstr>Content</vt:lpstr>
      <vt:lpstr>System Architecture</vt:lpstr>
      <vt:lpstr>Architectural Patterns</vt:lpstr>
      <vt:lpstr>Client-Server</vt:lpstr>
      <vt:lpstr>Client-Server from another perspective</vt:lpstr>
      <vt:lpstr>Splitting Functionality</vt:lpstr>
      <vt:lpstr>Vertical Distribution (Multi-Tier)</vt:lpstr>
      <vt:lpstr>Vertical Distribution from another perspective:</vt:lpstr>
      <vt:lpstr>Horizontal Distribution</vt:lpstr>
      <vt:lpstr>Note: Scaling Up vs Scaling Out?</vt:lpstr>
      <vt:lpstr>PEER TO PEER</vt:lpstr>
      <vt:lpstr>Overlay Network</vt:lpstr>
      <vt:lpstr>Unstructured Overlay Network</vt:lpstr>
      <vt:lpstr>Structured Overlay Network</vt:lpstr>
      <vt:lpstr>Hybrid Architectures</vt:lpstr>
      <vt:lpstr>Superpeer networks</vt:lpstr>
      <vt:lpstr>Collaborative distributed systems</vt:lpstr>
      <vt:lpstr>Edge-server networks</vt:lpstr>
      <vt:lpstr>Communication</vt:lpstr>
      <vt:lpstr>Communication in Non-distributed System</vt:lpstr>
      <vt:lpstr>Non-Distributed System</vt:lpstr>
      <vt:lpstr>Non-Distributed System</vt:lpstr>
      <vt:lpstr>Server Design</vt:lpstr>
      <vt:lpstr>Stateful Vs Stateless Servers</vt:lpstr>
      <vt:lpstr>Clustered Servers</vt:lpstr>
      <vt:lpstr>Request Switching</vt:lpstr>
      <vt:lpstr>Virtualisation</vt:lpstr>
      <vt:lpstr>Code Mobility</vt:lpstr>
      <vt:lpstr>Communication in Distributed System</vt:lpstr>
      <vt:lpstr>Communication in Distributed System</vt:lpstr>
      <vt:lpstr>Message Passing in Distributed System</vt:lpstr>
      <vt:lpstr>Communication Modes</vt:lpstr>
      <vt:lpstr>Communication Operation</vt:lpstr>
      <vt:lpstr>Communication Operation</vt:lpstr>
      <vt:lpstr>Communication Operation</vt:lpstr>
      <vt:lpstr>Communication Operation</vt:lpstr>
      <vt:lpstr>Communication Operation</vt:lpstr>
      <vt:lpstr>Combinations - Persistence and Synchronicity</vt:lpstr>
      <vt:lpstr>Combinations - Persistence and Synchronicity</vt:lpstr>
      <vt:lpstr>Combinations - Persistence and Synchronicity</vt:lpstr>
      <vt:lpstr>Combinations - Persistence and Synchronicity</vt:lpstr>
      <vt:lpstr>Combinations - Persistence and Synchronicity</vt:lpstr>
      <vt:lpstr>Combinations - Persistence and Synchronicity</vt:lpstr>
      <vt:lpstr>Combinations - Persistence and Synchronicity</vt:lpstr>
      <vt:lpstr>Communication Abstractions</vt:lpstr>
      <vt:lpstr>1. Message-Oriented Communication</vt:lpstr>
      <vt:lpstr>Example: Message Passing Interface (MPI)</vt:lpstr>
      <vt:lpstr>Example: Message queuing system (MQ)</vt:lpstr>
      <vt:lpstr>Example: Remote Procedure Call (RPC) and  Remote Method Invocation (RMI)</vt:lpstr>
      <vt:lpstr>RPC Implementation</vt:lpstr>
      <vt:lpstr>2. Group-based Communication</vt:lpstr>
      <vt:lpstr>Example: Gossip-based Communication</vt:lpstr>
      <vt:lpstr>3. Event-based Communication</vt:lpstr>
      <vt:lpstr>4. Shared Space Communication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Physical Layer: Data and Signals</dc:title>
  <dc:creator>ZARIF</dc:creator>
  <cp:lastModifiedBy>BDU</cp:lastModifiedBy>
  <cp:revision>243</cp:revision>
  <cp:lastPrinted>2022-06-06T05:41:05Z</cp:lastPrinted>
  <dcterms:modified xsi:type="dcterms:W3CDTF">2025-02-11T03:23:39Z</dcterms:modified>
</cp:coreProperties>
</file>